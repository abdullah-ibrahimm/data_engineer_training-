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18288000" cy="10287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dirty="0"/>
              <a:t>I</a:t>
            </a:r>
            <a:r>
              <a:rPr spc="-60" dirty="0"/>
              <a:t> 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dirty="0"/>
              <a:t>I</a:t>
            </a:r>
            <a:r>
              <a:rPr spc="-60" dirty="0"/>
              <a:t> 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dirty="0"/>
              <a:t>I</a:t>
            </a:r>
            <a:r>
              <a:rPr spc="-60" dirty="0"/>
              <a:t> 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dirty="0"/>
              <a:t>I</a:t>
            </a:r>
            <a:r>
              <a:rPr spc="-60" dirty="0"/>
              <a:t> 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dirty="0"/>
              <a:t>I</a:t>
            </a:r>
            <a:r>
              <a:rPr spc="-60" dirty="0"/>
              <a:t> 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58430" y="977646"/>
            <a:ext cx="2771139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176650" y="3546475"/>
            <a:ext cx="11934698" cy="2952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7074641" y="9149740"/>
            <a:ext cx="272415" cy="25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dirty="0"/>
              <a:t>I</a:t>
            </a:r>
            <a:r>
              <a:rPr spc="-60" dirty="0"/>
              <a:t> 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35978" y="2857246"/>
            <a:ext cx="5499100" cy="1838960"/>
          </a:xfrm>
          <a:prstGeom prst="rect">
            <a:avLst/>
          </a:prstGeom>
        </p:spPr>
        <p:txBody>
          <a:bodyPr vert="horz" wrap="square" lIns="0" tIns="393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100"/>
              </a:spcBef>
            </a:pPr>
            <a:r>
              <a:rPr sz="6000" spc="45" dirty="0">
                <a:latin typeface="Arial"/>
                <a:cs typeface="Arial"/>
              </a:rPr>
              <a:t>DWH</a:t>
            </a:r>
            <a:r>
              <a:rPr sz="6000" spc="365" dirty="0">
                <a:latin typeface="Arial"/>
                <a:cs typeface="Arial"/>
              </a:rPr>
              <a:t> </a:t>
            </a:r>
            <a:r>
              <a:rPr sz="6000" spc="-265" dirty="0">
                <a:latin typeface="Arial"/>
                <a:cs typeface="Arial"/>
              </a:rPr>
              <a:t>PROJECT</a:t>
            </a:r>
            <a:endParaRPr sz="6000">
              <a:latin typeface="Arial"/>
              <a:cs typeface="Arial"/>
            </a:endParaRPr>
          </a:p>
          <a:p>
            <a:pPr marR="62865" algn="ctr">
              <a:lnSpc>
                <a:spcPct val="100000"/>
              </a:lnSpc>
              <a:spcBef>
                <a:spcPts val="1200"/>
              </a:spcBef>
              <a:tabLst>
                <a:tab pos="2991485" algn="l"/>
                <a:tab pos="3590290" algn="l"/>
              </a:tabLst>
            </a:pPr>
            <a:r>
              <a:rPr sz="2400" spc="-30" dirty="0">
                <a:latin typeface="Arial"/>
                <a:cs typeface="Arial"/>
              </a:rPr>
              <a:t>ETL</a:t>
            </a:r>
            <a:r>
              <a:rPr sz="2400" spc="-1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(SSIS)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15" dirty="0">
                <a:latin typeface="Arial"/>
                <a:cs typeface="Arial"/>
              </a:rPr>
              <a:t>Package	&amp;&amp;	</a:t>
            </a:r>
            <a:r>
              <a:rPr sz="2400" spc="-20" dirty="0">
                <a:latin typeface="Arial"/>
                <a:cs typeface="Arial"/>
              </a:rPr>
              <a:t>SSAS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57592" y="6874002"/>
            <a:ext cx="290576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58115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Under</a:t>
            </a:r>
            <a:r>
              <a:rPr sz="2400" b="1" spc="50" dirty="0">
                <a:latin typeface="Arial"/>
                <a:cs typeface="Arial"/>
              </a:rPr>
              <a:t> </a:t>
            </a:r>
            <a:r>
              <a:rPr sz="2400" b="1" spc="-15" dirty="0">
                <a:latin typeface="Arial"/>
                <a:cs typeface="Arial"/>
              </a:rPr>
              <a:t>Supervisior 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spc="-30" dirty="0">
                <a:latin typeface="Arial"/>
                <a:cs typeface="Arial"/>
              </a:rPr>
              <a:t>ENG:</a:t>
            </a:r>
            <a:r>
              <a:rPr sz="2400" b="1" spc="-95" dirty="0">
                <a:latin typeface="Arial"/>
                <a:cs typeface="Arial"/>
              </a:rPr>
              <a:t> </a:t>
            </a:r>
            <a:r>
              <a:rPr sz="2400" b="1" spc="30" dirty="0">
                <a:latin typeface="Arial"/>
                <a:cs typeface="Arial"/>
              </a:rPr>
              <a:t>Hazzam</a:t>
            </a:r>
            <a:r>
              <a:rPr sz="2400" b="1" spc="125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Omar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76464" y="8726169"/>
            <a:ext cx="2753360" cy="2534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0550" marR="5080" indent="-577850">
              <a:lnSpc>
                <a:spcPct val="105000"/>
              </a:lnSpc>
              <a:spcBef>
                <a:spcPts val="100"/>
              </a:spcBef>
            </a:pPr>
            <a:r>
              <a:rPr sz="1600" b="1" spc="-20" dirty="0">
                <a:latin typeface="Arial"/>
                <a:cs typeface="Arial"/>
              </a:rPr>
              <a:t>Abdullah</a:t>
            </a:r>
            <a:r>
              <a:rPr sz="1600" b="1" spc="31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Ibrahim</a:t>
            </a:r>
            <a:r>
              <a:rPr sz="1600" b="1" spc="270" dirty="0">
                <a:latin typeface="Arial"/>
                <a:cs typeface="Arial"/>
              </a:rPr>
              <a:t> </a:t>
            </a:r>
            <a:r>
              <a:rPr sz="1600" b="1" spc="-15" dirty="0">
                <a:latin typeface="Arial"/>
                <a:cs typeface="Arial"/>
              </a:rPr>
              <a:t>Mahmoud</a:t>
            </a:r>
            <a:endParaRPr sz="1600" dirty="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2108" y="1597152"/>
            <a:ext cx="1333499" cy="133959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630400" y="1860804"/>
            <a:ext cx="1360296" cy="13576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27297" y="1649983"/>
            <a:ext cx="13633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70" dirty="0">
                <a:latin typeface="Calibri"/>
                <a:cs typeface="Calibri"/>
              </a:rPr>
              <a:t>T</a:t>
            </a:r>
            <a:r>
              <a:rPr sz="4000" spc="-275" dirty="0">
                <a:latin typeface="Calibri"/>
                <a:cs typeface="Calibri"/>
              </a:rPr>
              <a:t>O</a:t>
            </a:r>
            <a:r>
              <a:rPr sz="4000" spc="-285" dirty="0">
                <a:latin typeface="Calibri"/>
                <a:cs typeface="Calibri"/>
              </a:rPr>
              <a:t>P</a:t>
            </a:r>
            <a:r>
              <a:rPr sz="4000" spc="-270" dirty="0">
                <a:latin typeface="Calibri"/>
                <a:cs typeface="Calibri"/>
              </a:rPr>
              <a:t>I</a:t>
            </a:r>
            <a:r>
              <a:rPr sz="4000" spc="-285" dirty="0">
                <a:latin typeface="Calibri"/>
                <a:cs typeface="Calibri"/>
              </a:rPr>
              <a:t>C</a:t>
            </a:r>
            <a:r>
              <a:rPr sz="4000" spc="-5" dirty="0">
                <a:latin typeface="Calibri"/>
                <a:cs typeface="Calibri"/>
              </a:rPr>
              <a:t>S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41953" y="2881071"/>
            <a:ext cx="4564380" cy="4293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3700" indent="-376555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393700" algn="l"/>
              </a:tabLst>
            </a:pPr>
            <a:r>
              <a:rPr sz="4000" b="1" spc="-235" dirty="0">
                <a:latin typeface="Calibri"/>
                <a:cs typeface="Calibri"/>
              </a:rPr>
              <a:t>INTRO</a:t>
            </a:r>
            <a:endParaRPr sz="4000">
              <a:latin typeface="Calibri"/>
              <a:cs typeface="Calibri"/>
            </a:endParaRPr>
          </a:p>
          <a:p>
            <a:pPr marL="452755" indent="-43624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453390" algn="l"/>
              </a:tabLst>
            </a:pPr>
            <a:r>
              <a:rPr sz="4000" b="1" spc="-200" dirty="0">
                <a:latin typeface="Calibri"/>
                <a:cs typeface="Calibri"/>
              </a:rPr>
              <a:t>P</a:t>
            </a:r>
            <a:r>
              <a:rPr sz="4000" b="1" spc="-250" dirty="0">
                <a:latin typeface="Calibri"/>
                <a:cs typeface="Calibri"/>
              </a:rPr>
              <a:t>r</a:t>
            </a:r>
            <a:r>
              <a:rPr sz="4000" b="1" spc="-185" dirty="0">
                <a:latin typeface="Calibri"/>
                <a:cs typeface="Calibri"/>
              </a:rPr>
              <a:t>ep</a:t>
            </a:r>
            <a:r>
              <a:rPr sz="4000" b="1" spc="-204" dirty="0">
                <a:latin typeface="Calibri"/>
                <a:cs typeface="Calibri"/>
              </a:rPr>
              <a:t>a</a:t>
            </a:r>
            <a:r>
              <a:rPr sz="4000" b="1" spc="-250" dirty="0">
                <a:latin typeface="Calibri"/>
                <a:cs typeface="Calibri"/>
              </a:rPr>
              <a:t>r</a:t>
            </a:r>
            <a:r>
              <a:rPr sz="4000" b="1" spc="-5" dirty="0">
                <a:latin typeface="Calibri"/>
                <a:cs typeface="Calibri"/>
              </a:rPr>
              <a:t>e</a:t>
            </a:r>
            <a:r>
              <a:rPr sz="4000" b="1" spc="-375" dirty="0">
                <a:latin typeface="Calibri"/>
                <a:cs typeface="Calibri"/>
              </a:rPr>
              <a:t> </a:t>
            </a:r>
            <a:r>
              <a:rPr sz="4000" b="1" spc="-185" dirty="0">
                <a:latin typeface="Calibri"/>
                <a:cs typeface="Calibri"/>
              </a:rPr>
              <a:t>D</a:t>
            </a:r>
            <a:r>
              <a:rPr sz="4000" b="1" spc="-229" dirty="0">
                <a:latin typeface="Calibri"/>
                <a:cs typeface="Calibri"/>
              </a:rPr>
              <a:t>at</a:t>
            </a:r>
            <a:r>
              <a:rPr sz="4000" b="1" spc="-5" dirty="0">
                <a:latin typeface="Calibri"/>
                <a:cs typeface="Calibri"/>
              </a:rPr>
              <a:t>a</a:t>
            </a:r>
            <a:r>
              <a:rPr sz="4000" b="1" spc="-325" dirty="0">
                <a:latin typeface="Calibri"/>
                <a:cs typeface="Calibri"/>
              </a:rPr>
              <a:t> </a:t>
            </a:r>
            <a:r>
              <a:rPr sz="4000" b="1" spc="-145" dirty="0">
                <a:latin typeface="Calibri"/>
                <a:cs typeface="Calibri"/>
              </a:rPr>
              <a:t>S</a:t>
            </a:r>
            <a:r>
              <a:rPr sz="4000" b="1" spc="-140" dirty="0">
                <a:latin typeface="Calibri"/>
                <a:cs typeface="Calibri"/>
              </a:rPr>
              <a:t>o</a:t>
            </a:r>
            <a:r>
              <a:rPr sz="4000" b="1" spc="-125" dirty="0">
                <a:latin typeface="Calibri"/>
                <a:cs typeface="Calibri"/>
              </a:rPr>
              <a:t>u</a:t>
            </a:r>
            <a:r>
              <a:rPr sz="4000" b="1" spc="-204" dirty="0">
                <a:latin typeface="Calibri"/>
                <a:cs typeface="Calibri"/>
              </a:rPr>
              <a:t>r</a:t>
            </a:r>
            <a:r>
              <a:rPr sz="4000" b="1" spc="-145" dirty="0">
                <a:latin typeface="Calibri"/>
                <a:cs typeface="Calibri"/>
              </a:rPr>
              <a:t>c</a:t>
            </a:r>
            <a:r>
              <a:rPr sz="4000" b="1" spc="-125" dirty="0">
                <a:latin typeface="Calibri"/>
                <a:cs typeface="Calibri"/>
              </a:rPr>
              <a:t>e</a:t>
            </a:r>
            <a:r>
              <a:rPr sz="4000" b="1" spc="-5" dirty="0">
                <a:latin typeface="Calibri"/>
                <a:cs typeface="Calibri"/>
              </a:rPr>
              <a:t>s</a:t>
            </a:r>
            <a:endParaRPr sz="4000">
              <a:latin typeface="Calibri"/>
              <a:cs typeface="Calibri"/>
            </a:endParaRPr>
          </a:p>
          <a:p>
            <a:pPr marL="454659" indent="-441959">
              <a:lnSpc>
                <a:spcPct val="100000"/>
              </a:lnSpc>
              <a:buAutoNum type="arabicPeriod"/>
              <a:tabLst>
                <a:tab pos="454659" algn="l"/>
              </a:tabLst>
            </a:pPr>
            <a:r>
              <a:rPr sz="4000" b="1" spc="-195" dirty="0">
                <a:latin typeface="Calibri"/>
                <a:cs typeface="Calibri"/>
              </a:rPr>
              <a:t>E</a:t>
            </a:r>
            <a:r>
              <a:rPr sz="4000" b="1" spc="-185" dirty="0">
                <a:latin typeface="Calibri"/>
                <a:cs typeface="Calibri"/>
              </a:rPr>
              <a:t>T</a:t>
            </a:r>
            <a:r>
              <a:rPr sz="4000" b="1" spc="-5" dirty="0">
                <a:latin typeface="Calibri"/>
                <a:cs typeface="Calibri"/>
              </a:rPr>
              <a:t>L</a:t>
            </a:r>
            <a:r>
              <a:rPr sz="4000" b="1" spc="-390" dirty="0">
                <a:latin typeface="Calibri"/>
                <a:cs typeface="Calibri"/>
              </a:rPr>
              <a:t> </a:t>
            </a:r>
            <a:r>
              <a:rPr sz="4000" b="1" spc="-105" dirty="0">
                <a:latin typeface="Calibri"/>
                <a:cs typeface="Calibri"/>
              </a:rPr>
              <a:t>P</a:t>
            </a:r>
            <a:r>
              <a:rPr sz="4000" b="1" spc="-35" dirty="0">
                <a:latin typeface="Calibri"/>
                <a:cs typeface="Calibri"/>
              </a:rPr>
              <a:t>ac</a:t>
            </a:r>
            <a:r>
              <a:rPr sz="4000" b="1" spc="-55" dirty="0">
                <a:latin typeface="Calibri"/>
                <a:cs typeface="Calibri"/>
              </a:rPr>
              <a:t>k</a:t>
            </a:r>
            <a:r>
              <a:rPr sz="4000" b="1" spc="-50" dirty="0">
                <a:latin typeface="Calibri"/>
                <a:cs typeface="Calibri"/>
              </a:rPr>
              <a:t>a</a:t>
            </a:r>
            <a:r>
              <a:rPr sz="4000" b="1" spc="-65" dirty="0">
                <a:latin typeface="Calibri"/>
                <a:cs typeface="Calibri"/>
              </a:rPr>
              <a:t>ge</a:t>
            </a:r>
            <a:endParaRPr sz="4000">
              <a:latin typeface="Calibri"/>
              <a:cs typeface="Calibri"/>
            </a:endParaRPr>
          </a:p>
          <a:p>
            <a:pPr marL="515620" indent="-502920">
              <a:lnSpc>
                <a:spcPct val="100000"/>
              </a:lnSpc>
              <a:buAutoNum type="arabicPeriod"/>
              <a:tabLst>
                <a:tab pos="515620" algn="l"/>
              </a:tabLst>
            </a:pPr>
            <a:r>
              <a:rPr sz="4000" b="1" spc="-35" dirty="0">
                <a:latin typeface="Calibri"/>
                <a:cs typeface="Calibri"/>
              </a:rPr>
              <a:t>SSRS</a:t>
            </a:r>
            <a:r>
              <a:rPr sz="4000" b="1" spc="-60" dirty="0">
                <a:latin typeface="Calibri"/>
                <a:cs typeface="Calibri"/>
              </a:rPr>
              <a:t> </a:t>
            </a:r>
            <a:r>
              <a:rPr sz="4000" b="1" spc="-25" dirty="0">
                <a:latin typeface="Calibri"/>
                <a:cs typeface="Calibri"/>
              </a:rPr>
              <a:t>(CUBES</a:t>
            </a:r>
            <a:r>
              <a:rPr sz="4000" b="1" spc="-90" dirty="0">
                <a:latin typeface="Calibri"/>
                <a:cs typeface="Calibri"/>
              </a:rPr>
              <a:t> </a:t>
            </a:r>
            <a:r>
              <a:rPr sz="4000" b="1" spc="-5" dirty="0">
                <a:latin typeface="Calibri"/>
                <a:cs typeface="Calibri"/>
              </a:rPr>
              <a:t>)</a:t>
            </a:r>
            <a:endParaRPr sz="4000">
              <a:latin typeface="Calibri"/>
              <a:cs typeface="Calibri"/>
            </a:endParaRPr>
          </a:p>
          <a:p>
            <a:pPr marL="466725" indent="-450215">
              <a:lnSpc>
                <a:spcPct val="100000"/>
              </a:lnSpc>
              <a:buAutoNum type="arabicPeriod"/>
              <a:tabLst>
                <a:tab pos="467359" algn="l"/>
              </a:tabLst>
            </a:pPr>
            <a:r>
              <a:rPr sz="4000" b="1" spc="-150" dirty="0">
                <a:latin typeface="Calibri"/>
                <a:cs typeface="Calibri"/>
              </a:rPr>
              <a:t>Fi</a:t>
            </a:r>
            <a:r>
              <a:rPr sz="4000" b="1" spc="-145" dirty="0">
                <a:latin typeface="Calibri"/>
                <a:cs typeface="Calibri"/>
              </a:rPr>
              <a:t>n</a:t>
            </a:r>
            <a:r>
              <a:rPr sz="4000" b="1" spc="-170" dirty="0">
                <a:latin typeface="Calibri"/>
                <a:cs typeface="Calibri"/>
              </a:rPr>
              <a:t>a</a:t>
            </a:r>
            <a:r>
              <a:rPr sz="4000" b="1" spc="-5" dirty="0">
                <a:latin typeface="Calibri"/>
                <a:cs typeface="Calibri"/>
              </a:rPr>
              <a:t>l</a:t>
            </a:r>
            <a:r>
              <a:rPr sz="4000" b="1" spc="-400" dirty="0">
                <a:latin typeface="Calibri"/>
                <a:cs typeface="Calibri"/>
              </a:rPr>
              <a:t> </a:t>
            </a:r>
            <a:r>
              <a:rPr sz="4000" b="1" spc="-229" dirty="0">
                <a:latin typeface="Calibri"/>
                <a:cs typeface="Calibri"/>
              </a:rPr>
              <a:t>t</a:t>
            </a:r>
            <a:r>
              <a:rPr sz="4000" b="1" spc="-195" dirty="0">
                <a:latin typeface="Calibri"/>
                <a:cs typeface="Calibri"/>
              </a:rPr>
              <a:t>a</a:t>
            </a:r>
            <a:r>
              <a:rPr sz="4000" b="1" spc="-185" dirty="0">
                <a:latin typeface="Calibri"/>
                <a:cs typeface="Calibri"/>
              </a:rPr>
              <a:t>ble</a:t>
            </a:r>
            <a:r>
              <a:rPr sz="4000" b="1" spc="-5" dirty="0">
                <a:latin typeface="Calibri"/>
                <a:cs typeface="Calibri"/>
              </a:rPr>
              <a:t>s</a:t>
            </a:r>
            <a:r>
              <a:rPr sz="4000" b="1" spc="-305" dirty="0">
                <a:latin typeface="Calibri"/>
                <a:cs typeface="Calibri"/>
              </a:rPr>
              <a:t> </a:t>
            </a:r>
            <a:r>
              <a:rPr sz="4000" b="1" spc="-150" dirty="0">
                <a:latin typeface="Calibri"/>
                <a:cs typeface="Calibri"/>
              </a:rPr>
              <a:t>i</a:t>
            </a:r>
            <a:r>
              <a:rPr sz="4000" b="1" spc="-5" dirty="0">
                <a:latin typeface="Calibri"/>
                <a:cs typeface="Calibri"/>
              </a:rPr>
              <a:t>n</a:t>
            </a:r>
            <a:r>
              <a:rPr sz="4000" b="1" spc="-340" dirty="0">
                <a:latin typeface="Calibri"/>
                <a:cs typeface="Calibri"/>
              </a:rPr>
              <a:t> </a:t>
            </a:r>
            <a:r>
              <a:rPr sz="4000" b="1" spc="-70" dirty="0">
                <a:latin typeface="Calibri"/>
                <a:cs typeface="Calibri"/>
              </a:rPr>
              <a:t>D</a:t>
            </a:r>
            <a:r>
              <a:rPr sz="4000" b="1" spc="-30" dirty="0">
                <a:latin typeface="Calibri"/>
                <a:cs typeface="Calibri"/>
              </a:rPr>
              <a:t>W</a:t>
            </a:r>
            <a:r>
              <a:rPr sz="4000" b="1" spc="-5" dirty="0">
                <a:latin typeface="Calibri"/>
                <a:cs typeface="Calibri"/>
              </a:rPr>
              <a:t>H</a:t>
            </a:r>
            <a:endParaRPr sz="4000">
              <a:latin typeface="Calibri"/>
              <a:cs typeface="Calibri"/>
            </a:endParaRPr>
          </a:p>
          <a:p>
            <a:pPr marL="498475" indent="-486409">
              <a:lnSpc>
                <a:spcPct val="100000"/>
              </a:lnSpc>
              <a:buAutoNum type="arabicPeriod"/>
              <a:tabLst>
                <a:tab pos="499109" algn="l"/>
              </a:tabLst>
            </a:pPr>
            <a:r>
              <a:rPr sz="4000" b="1" spc="-60" dirty="0">
                <a:latin typeface="Calibri"/>
                <a:cs typeface="Calibri"/>
              </a:rPr>
              <a:t>CODING</a:t>
            </a:r>
            <a:endParaRPr sz="4000">
              <a:latin typeface="Calibri"/>
              <a:cs typeface="Calibri"/>
            </a:endParaRPr>
          </a:p>
          <a:p>
            <a:pPr marL="457200" indent="-445134">
              <a:lnSpc>
                <a:spcPct val="100000"/>
              </a:lnSpc>
              <a:buAutoNum type="arabicPeriod"/>
              <a:tabLst>
                <a:tab pos="457834" algn="l"/>
              </a:tabLst>
            </a:pPr>
            <a:r>
              <a:rPr sz="4000" b="1" spc="-175" dirty="0">
                <a:latin typeface="Calibri"/>
                <a:cs typeface="Calibri"/>
              </a:rPr>
              <a:t>F</a:t>
            </a:r>
            <a:r>
              <a:rPr sz="4000" b="1" spc="-160" dirty="0">
                <a:latin typeface="Calibri"/>
                <a:cs typeface="Calibri"/>
              </a:rPr>
              <a:t>in</a:t>
            </a:r>
            <a:r>
              <a:rPr sz="4000" b="1" spc="-180" dirty="0">
                <a:latin typeface="Calibri"/>
                <a:cs typeface="Calibri"/>
              </a:rPr>
              <a:t>a</a:t>
            </a:r>
            <a:r>
              <a:rPr sz="4000" b="1" spc="-5" dirty="0">
                <a:latin typeface="Calibri"/>
                <a:cs typeface="Calibri"/>
              </a:rPr>
              <a:t>l</a:t>
            </a:r>
            <a:r>
              <a:rPr sz="4000" b="1" spc="-350" dirty="0">
                <a:latin typeface="Calibri"/>
                <a:cs typeface="Calibri"/>
              </a:rPr>
              <a:t> </a:t>
            </a:r>
            <a:r>
              <a:rPr sz="4000" b="1" spc="-295" dirty="0">
                <a:latin typeface="Calibri"/>
                <a:cs typeface="Calibri"/>
              </a:rPr>
              <a:t>s</a:t>
            </a:r>
            <a:r>
              <a:rPr sz="4000" b="1" spc="-290" dirty="0">
                <a:latin typeface="Calibri"/>
                <a:cs typeface="Calibri"/>
              </a:rPr>
              <a:t>t</a:t>
            </a:r>
            <a:r>
              <a:rPr sz="4000" b="1" spc="-250" dirty="0">
                <a:latin typeface="Calibri"/>
                <a:cs typeface="Calibri"/>
              </a:rPr>
              <a:t>a</a:t>
            </a:r>
            <a:r>
              <a:rPr sz="4000" b="1" spc="-5" dirty="0">
                <a:latin typeface="Calibri"/>
                <a:cs typeface="Calibri"/>
              </a:rPr>
              <a:t>r</a:t>
            </a:r>
            <a:r>
              <a:rPr sz="4000" b="1" spc="-395" dirty="0">
                <a:latin typeface="Calibri"/>
                <a:cs typeface="Calibri"/>
              </a:rPr>
              <a:t> </a:t>
            </a:r>
            <a:r>
              <a:rPr sz="4000" b="1" spc="-5" dirty="0">
                <a:latin typeface="Calibri"/>
                <a:cs typeface="Calibri"/>
              </a:rPr>
              <a:t>s</a:t>
            </a:r>
            <a:r>
              <a:rPr sz="4000" b="1" spc="-35" dirty="0">
                <a:latin typeface="Calibri"/>
                <a:cs typeface="Calibri"/>
              </a:rPr>
              <a:t>c</a:t>
            </a:r>
            <a:r>
              <a:rPr sz="4000" b="1" spc="-5" dirty="0">
                <a:latin typeface="Calibri"/>
                <a:cs typeface="Calibri"/>
              </a:rPr>
              <a:t>h</a:t>
            </a:r>
            <a:r>
              <a:rPr sz="4000" b="1" spc="-25" dirty="0">
                <a:latin typeface="Calibri"/>
                <a:cs typeface="Calibri"/>
              </a:rPr>
              <a:t>e</a:t>
            </a:r>
            <a:r>
              <a:rPr sz="4000" b="1" spc="-20" dirty="0">
                <a:latin typeface="Calibri"/>
                <a:cs typeface="Calibri"/>
              </a:rPr>
              <a:t>ma</a:t>
            </a:r>
            <a:endParaRPr sz="4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34800" y="3578859"/>
            <a:ext cx="2590800" cy="255524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590151" y="2857245"/>
            <a:ext cx="961390" cy="485267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3145"/>
              </a:lnSpc>
            </a:pPr>
            <a:r>
              <a:rPr sz="3200" b="1" dirty="0">
                <a:latin typeface="Calibri"/>
                <a:cs typeface="Calibri"/>
              </a:rPr>
              <a:t>-</a:t>
            </a:r>
            <a:r>
              <a:rPr sz="3200" b="1" spc="-3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-</a:t>
            </a:r>
            <a:r>
              <a:rPr sz="3200" b="1" spc="-3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-</a:t>
            </a:r>
            <a:r>
              <a:rPr sz="3200" b="1" spc="-1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-</a:t>
            </a:r>
            <a:r>
              <a:rPr sz="3200" b="1" spc="-3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-</a:t>
            </a:r>
            <a:r>
              <a:rPr sz="3200" b="1" spc="-3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-</a:t>
            </a:r>
            <a:r>
              <a:rPr sz="3200" b="1" spc="-2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-</a:t>
            </a:r>
            <a:r>
              <a:rPr sz="3200" b="1" spc="-3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-</a:t>
            </a:r>
            <a:r>
              <a:rPr sz="3200" b="1" spc="-3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-</a:t>
            </a:r>
            <a:r>
              <a:rPr sz="3200" b="1" spc="-1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-</a:t>
            </a:r>
            <a:r>
              <a:rPr sz="3200" b="1" spc="-3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-</a:t>
            </a:r>
            <a:r>
              <a:rPr sz="3200" b="1" spc="-4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-</a:t>
            </a:r>
            <a:r>
              <a:rPr sz="3200" b="1" spc="-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-</a:t>
            </a:r>
            <a:r>
              <a:rPr sz="3200" b="1" spc="-3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-</a:t>
            </a:r>
            <a:r>
              <a:rPr sz="3200" b="1" spc="-3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-</a:t>
            </a:r>
            <a:r>
              <a:rPr sz="3200" b="1" spc="-2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-</a:t>
            </a:r>
            <a:r>
              <a:rPr sz="3200" b="1" spc="-3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-</a:t>
            </a:r>
            <a:r>
              <a:rPr sz="3200" b="1" spc="-3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-</a:t>
            </a:r>
            <a:r>
              <a:rPr sz="3200" b="1" spc="-2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-</a:t>
            </a:r>
            <a:r>
              <a:rPr sz="3200" b="1" spc="-3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-</a:t>
            </a:r>
            <a:r>
              <a:rPr sz="3200" b="1" spc="-3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-</a:t>
            </a:r>
            <a:r>
              <a:rPr sz="3200" b="1" spc="-1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-</a:t>
            </a:r>
            <a:r>
              <a:rPr sz="3200" b="1" spc="-2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-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3200" b="1" dirty="0">
                <a:latin typeface="Calibri"/>
                <a:cs typeface="Calibri"/>
              </a:rPr>
              <a:t>-</a:t>
            </a:r>
            <a:r>
              <a:rPr sz="3200" b="1" spc="-3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-</a:t>
            </a:r>
            <a:r>
              <a:rPr sz="3200" b="1" spc="-3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-</a:t>
            </a:r>
            <a:r>
              <a:rPr sz="3200" b="1" spc="-1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-</a:t>
            </a:r>
            <a:r>
              <a:rPr sz="3200" b="1" spc="-3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-</a:t>
            </a:r>
            <a:r>
              <a:rPr sz="3200" b="1" spc="-3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-</a:t>
            </a:r>
            <a:r>
              <a:rPr sz="3200" b="1" spc="-2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-</a:t>
            </a:r>
            <a:r>
              <a:rPr sz="3200" b="1" spc="-3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-</a:t>
            </a:r>
            <a:r>
              <a:rPr sz="3200" b="1" spc="-3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-</a:t>
            </a:r>
            <a:r>
              <a:rPr sz="3200" b="1" spc="-1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-</a:t>
            </a:r>
            <a:r>
              <a:rPr sz="3200" b="1" spc="-3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-</a:t>
            </a:r>
            <a:r>
              <a:rPr sz="3200" b="1" spc="-4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-</a:t>
            </a:r>
            <a:r>
              <a:rPr sz="3200" b="1" spc="-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-</a:t>
            </a:r>
            <a:r>
              <a:rPr sz="3200" b="1" spc="-3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-</a:t>
            </a:r>
            <a:r>
              <a:rPr sz="3200" b="1" spc="-3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-</a:t>
            </a:r>
            <a:r>
              <a:rPr sz="3200" b="1" spc="-2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-</a:t>
            </a:r>
            <a:r>
              <a:rPr sz="3200" b="1" spc="-3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-</a:t>
            </a:r>
            <a:r>
              <a:rPr sz="3200" b="1" spc="-3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-</a:t>
            </a:r>
            <a:r>
              <a:rPr sz="3200" b="1" spc="-2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-</a:t>
            </a:r>
            <a:r>
              <a:rPr sz="3200" b="1" spc="-3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-</a:t>
            </a:r>
            <a:r>
              <a:rPr sz="3200" b="1" spc="-3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-</a:t>
            </a:r>
            <a:r>
              <a:rPr sz="3200" b="1" spc="-1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-</a:t>
            </a:r>
            <a:r>
              <a:rPr sz="3200" b="1" spc="-2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-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I</a:t>
            </a:r>
            <a:r>
              <a:rPr spc="-60" dirty="0"/>
              <a:t> </a:t>
            </a:r>
            <a:r>
              <a:rPr dirty="0"/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100"/>
              </a:spcBef>
            </a:pPr>
            <a:r>
              <a:rPr spc="-114" dirty="0"/>
              <a:t>Introduction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10800" y="7338059"/>
            <a:ext cx="1433068" cy="143090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18577" y="7386193"/>
            <a:ext cx="1404874" cy="141033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89019" y="3546475"/>
            <a:ext cx="11022330" cy="2952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84785" algn="just">
              <a:lnSpc>
                <a:spcPct val="100000"/>
              </a:lnSpc>
              <a:spcBef>
                <a:spcPts val="100"/>
              </a:spcBef>
            </a:pPr>
            <a:r>
              <a:rPr sz="3200" b="1" spc="-25" dirty="0">
                <a:solidFill>
                  <a:srgbClr val="7C7C7C"/>
                </a:solidFill>
                <a:latin typeface="Calibri"/>
                <a:cs typeface="Calibri"/>
              </a:rPr>
              <a:t>create DWH </a:t>
            </a:r>
            <a:r>
              <a:rPr sz="3200" b="1" dirty="0">
                <a:solidFill>
                  <a:srgbClr val="7C7C7C"/>
                </a:solidFill>
                <a:latin typeface="Calibri"/>
                <a:cs typeface="Calibri"/>
              </a:rPr>
              <a:t>in SQL </a:t>
            </a:r>
            <a:r>
              <a:rPr sz="3200" b="1" spc="-10" dirty="0">
                <a:solidFill>
                  <a:srgbClr val="7C7C7C"/>
                </a:solidFill>
                <a:latin typeface="Calibri"/>
                <a:cs typeface="Calibri"/>
              </a:rPr>
              <a:t>server and </a:t>
            </a:r>
            <a:r>
              <a:rPr sz="3200" b="1" spc="-20" dirty="0">
                <a:solidFill>
                  <a:srgbClr val="7C7C7C"/>
                </a:solidFill>
                <a:latin typeface="Calibri"/>
                <a:cs typeface="Calibri"/>
              </a:rPr>
              <a:t>then </a:t>
            </a:r>
            <a:r>
              <a:rPr sz="3200" b="1" spc="-30" dirty="0">
                <a:solidFill>
                  <a:srgbClr val="7C7C7C"/>
                </a:solidFill>
                <a:latin typeface="Calibri"/>
                <a:cs typeface="Calibri"/>
              </a:rPr>
              <a:t>Implement </a:t>
            </a:r>
            <a:r>
              <a:rPr sz="3200" b="1" spc="-5" dirty="0">
                <a:solidFill>
                  <a:srgbClr val="7C7C7C"/>
                </a:solidFill>
                <a:latin typeface="Calibri"/>
                <a:cs typeface="Calibri"/>
              </a:rPr>
              <a:t>an </a:t>
            </a:r>
            <a:r>
              <a:rPr sz="3200" b="1" spc="-25" dirty="0">
                <a:solidFill>
                  <a:srgbClr val="7C7C7C"/>
                </a:solidFill>
                <a:latin typeface="Calibri"/>
                <a:cs typeface="Calibri"/>
              </a:rPr>
              <a:t>SSIS </a:t>
            </a:r>
            <a:r>
              <a:rPr sz="3200" b="1" spc="-45" dirty="0">
                <a:solidFill>
                  <a:srgbClr val="7C7C7C"/>
                </a:solidFill>
                <a:latin typeface="Calibri"/>
                <a:cs typeface="Calibri"/>
              </a:rPr>
              <a:t>package </a:t>
            </a:r>
            <a:r>
              <a:rPr sz="3200" b="1" spc="-40" dirty="0">
                <a:solidFill>
                  <a:srgbClr val="7C7C7C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7C7C7C"/>
                </a:solidFill>
                <a:latin typeface="Calibri"/>
                <a:cs typeface="Calibri"/>
              </a:rPr>
              <a:t>solution</a:t>
            </a:r>
            <a:r>
              <a:rPr sz="3200" b="1" spc="-145" dirty="0">
                <a:solidFill>
                  <a:srgbClr val="7C7C7C"/>
                </a:solidFill>
                <a:latin typeface="Calibri"/>
                <a:cs typeface="Calibri"/>
              </a:rPr>
              <a:t> </a:t>
            </a:r>
            <a:r>
              <a:rPr sz="3200" b="1" spc="-20" dirty="0">
                <a:solidFill>
                  <a:srgbClr val="7C7C7C"/>
                </a:solidFill>
                <a:latin typeface="Calibri"/>
                <a:cs typeface="Calibri"/>
              </a:rPr>
              <a:t>to</a:t>
            </a:r>
            <a:r>
              <a:rPr sz="3200" b="1" spc="-25" dirty="0">
                <a:solidFill>
                  <a:srgbClr val="7C7C7C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7C7C7C"/>
                </a:solidFill>
                <a:latin typeface="Calibri"/>
                <a:cs typeface="Calibri"/>
              </a:rPr>
              <a:t>perform</a:t>
            </a:r>
            <a:r>
              <a:rPr sz="3200" b="1" spc="-70" dirty="0">
                <a:solidFill>
                  <a:srgbClr val="7C7C7C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7C7C7C"/>
                </a:solidFill>
                <a:latin typeface="Calibri"/>
                <a:cs typeface="Calibri"/>
              </a:rPr>
              <a:t>ETL</a:t>
            </a:r>
            <a:r>
              <a:rPr sz="3200" b="1" spc="-45" dirty="0">
                <a:solidFill>
                  <a:srgbClr val="7C7C7C"/>
                </a:solidFill>
                <a:latin typeface="Calibri"/>
                <a:cs typeface="Calibri"/>
              </a:rPr>
              <a:t> </a:t>
            </a:r>
            <a:r>
              <a:rPr sz="3200" b="1" spc="-20" dirty="0">
                <a:solidFill>
                  <a:srgbClr val="7C7C7C"/>
                </a:solidFill>
                <a:latin typeface="Calibri"/>
                <a:cs typeface="Calibri"/>
              </a:rPr>
              <a:t>to</a:t>
            </a:r>
            <a:r>
              <a:rPr sz="3200" b="1" spc="-50" dirty="0">
                <a:solidFill>
                  <a:srgbClr val="7C7C7C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7C7C7C"/>
                </a:solidFill>
                <a:latin typeface="Calibri"/>
                <a:cs typeface="Calibri"/>
              </a:rPr>
              <a:t>the</a:t>
            </a:r>
            <a:r>
              <a:rPr sz="3200" b="1" spc="-45" dirty="0">
                <a:solidFill>
                  <a:srgbClr val="7C7C7C"/>
                </a:solidFill>
                <a:latin typeface="Calibri"/>
                <a:cs typeface="Calibri"/>
              </a:rPr>
              <a:t> </a:t>
            </a:r>
            <a:r>
              <a:rPr sz="3200" b="1" spc="-15" dirty="0">
                <a:solidFill>
                  <a:srgbClr val="7C7C7C"/>
                </a:solidFill>
                <a:latin typeface="Calibri"/>
                <a:cs typeface="Calibri"/>
              </a:rPr>
              <a:t>"DW"</a:t>
            </a:r>
            <a:r>
              <a:rPr sz="3200" b="1" spc="-100" dirty="0">
                <a:solidFill>
                  <a:srgbClr val="7C7C7C"/>
                </a:solidFill>
                <a:latin typeface="Calibri"/>
                <a:cs typeface="Calibri"/>
              </a:rPr>
              <a:t> </a:t>
            </a:r>
            <a:r>
              <a:rPr sz="3200" b="1" spc="-50" dirty="0">
                <a:solidFill>
                  <a:srgbClr val="7C7C7C"/>
                </a:solidFill>
                <a:latin typeface="Calibri"/>
                <a:cs typeface="Calibri"/>
              </a:rPr>
              <a:t>server.</a:t>
            </a:r>
            <a:endParaRPr sz="320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</a:pPr>
            <a:r>
              <a:rPr sz="3200" b="1" spc="-5" dirty="0">
                <a:solidFill>
                  <a:srgbClr val="7C7C7C"/>
                </a:solidFill>
                <a:latin typeface="Calibri"/>
                <a:cs typeface="Calibri"/>
              </a:rPr>
              <a:t>In </a:t>
            </a:r>
            <a:r>
              <a:rPr sz="3200" b="1" dirty="0">
                <a:solidFill>
                  <a:srgbClr val="7C7C7C"/>
                </a:solidFill>
                <a:latin typeface="Calibri"/>
                <a:cs typeface="Calibri"/>
              </a:rPr>
              <a:t>My </a:t>
            </a:r>
            <a:r>
              <a:rPr sz="3200" b="1" spc="-20" dirty="0">
                <a:solidFill>
                  <a:srgbClr val="7C7C7C"/>
                </a:solidFill>
                <a:latin typeface="Calibri"/>
                <a:cs typeface="Calibri"/>
              </a:rPr>
              <a:t>package contain </a:t>
            </a:r>
            <a:r>
              <a:rPr sz="3200" b="1" spc="-10" dirty="0">
                <a:solidFill>
                  <a:srgbClr val="7C7C7C"/>
                </a:solidFill>
                <a:latin typeface="Calibri"/>
                <a:cs typeface="Calibri"/>
              </a:rPr>
              <a:t>full </a:t>
            </a:r>
            <a:r>
              <a:rPr sz="3200" b="1" spc="-30" dirty="0">
                <a:solidFill>
                  <a:srgbClr val="7C7C7C"/>
                </a:solidFill>
                <a:latin typeface="Calibri"/>
                <a:cs typeface="Calibri"/>
              </a:rPr>
              <a:t>parameter </a:t>
            </a:r>
            <a:r>
              <a:rPr sz="3200" b="1" spc="-20" dirty="0">
                <a:solidFill>
                  <a:srgbClr val="7C7C7C"/>
                </a:solidFill>
                <a:latin typeface="Calibri"/>
                <a:cs typeface="Calibri"/>
              </a:rPr>
              <a:t>like </a:t>
            </a:r>
            <a:r>
              <a:rPr sz="3200" b="1" spc="-10" dirty="0">
                <a:solidFill>
                  <a:srgbClr val="7C7C7C"/>
                </a:solidFill>
                <a:latin typeface="Calibri"/>
                <a:cs typeface="Calibri"/>
              </a:rPr>
              <a:t>control flow </a:t>
            </a:r>
            <a:r>
              <a:rPr sz="3200" b="1" dirty="0">
                <a:solidFill>
                  <a:srgbClr val="7C7C7C"/>
                </a:solidFill>
                <a:latin typeface="Calibri"/>
                <a:cs typeface="Calibri"/>
              </a:rPr>
              <a:t>, </a:t>
            </a:r>
            <a:r>
              <a:rPr sz="3200" b="1" spc="-20" dirty="0">
                <a:solidFill>
                  <a:srgbClr val="7C7C7C"/>
                </a:solidFill>
                <a:latin typeface="Calibri"/>
                <a:cs typeface="Calibri"/>
              </a:rPr>
              <a:t>data flow </a:t>
            </a:r>
            <a:r>
              <a:rPr sz="3200" b="1" spc="-710" dirty="0">
                <a:solidFill>
                  <a:srgbClr val="7C7C7C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7C7C7C"/>
                </a:solidFill>
                <a:latin typeface="Calibri"/>
                <a:cs typeface="Calibri"/>
              </a:rPr>
              <a:t>and </a:t>
            </a:r>
            <a:r>
              <a:rPr sz="3200" b="1" spc="-30" dirty="0">
                <a:solidFill>
                  <a:srgbClr val="7C7C7C"/>
                </a:solidFill>
                <a:latin typeface="Calibri"/>
                <a:cs typeface="Calibri"/>
              </a:rPr>
              <a:t>etc </a:t>
            </a:r>
            <a:r>
              <a:rPr sz="3200" b="1" spc="-15" dirty="0">
                <a:solidFill>
                  <a:srgbClr val="7C7C7C"/>
                </a:solidFill>
                <a:latin typeface="Calibri"/>
                <a:cs typeface="Calibri"/>
              </a:rPr>
              <a:t>.DWH consists </a:t>
            </a:r>
            <a:r>
              <a:rPr sz="3200" b="1" dirty="0">
                <a:solidFill>
                  <a:srgbClr val="7C7C7C"/>
                </a:solidFill>
                <a:latin typeface="Calibri"/>
                <a:cs typeface="Calibri"/>
              </a:rPr>
              <a:t>of the </a:t>
            </a:r>
            <a:r>
              <a:rPr sz="3200" b="1" spc="-20" dirty="0">
                <a:solidFill>
                  <a:srgbClr val="7C7C7C"/>
                </a:solidFill>
                <a:latin typeface="Calibri"/>
                <a:cs typeface="Calibri"/>
              </a:rPr>
              <a:t>fact </a:t>
            </a:r>
            <a:r>
              <a:rPr sz="3200" b="1" spc="-15" dirty="0">
                <a:solidFill>
                  <a:srgbClr val="7C7C7C"/>
                </a:solidFill>
                <a:latin typeface="Calibri"/>
                <a:cs typeface="Calibri"/>
              </a:rPr>
              <a:t>table </a:t>
            </a:r>
            <a:r>
              <a:rPr sz="3200" b="1" spc="-25" dirty="0">
                <a:solidFill>
                  <a:srgbClr val="7C7C7C"/>
                </a:solidFill>
                <a:latin typeface="Calibri"/>
                <a:cs typeface="Calibri"/>
              </a:rPr>
              <a:t>to </a:t>
            </a:r>
            <a:r>
              <a:rPr sz="3200" b="1" spc="-5" dirty="0">
                <a:solidFill>
                  <a:srgbClr val="7C7C7C"/>
                </a:solidFill>
                <a:latin typeface="Calibri"/>
                <a:cs typeface="Calibri"/>
              </a:rPr>
              <a:t>describe </a:t>
            </a:r>
            <a:r>
              <a:rPr sz="3200" b="1" dirty="0">
                <a:solidFill>
                  <a:srgbClr val="7C7C7C"/>
                </a:solidFill>
                <a:latin typeface="Calibri"/>
                <a:cs typeface="Calibri"/>
              </a:rPr>
              <a:t>the </a:t>
            </a:r>
            <a:r>
              <a:rPr sz="3200" b="1" spc="-35" dirty="0">
                <a:solidFill>
                  <a:srgbClr val="7C7C7C"/>
                </a:solidFill>
                <a:latin typeface="Calibri"/>
                <a:cs typeface="Calibri"/>
              </a:rPr>
              <a:t>aggregate </a:t>
            </a:r>
            <a:r>
              <a:rPr sz="3200" b="1" spc="-30" dirty="0">
                <a:solidFill>
                  <a:srgbClr val="7C7C7C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7C7C7C"/>
                </a:solidFill>
                <a:latin typeface="Calibri"/>
                <a:cs typeface="Calibri"/>
              </a:rPr>
              <a:t>function</a:t>
            </a:r>
            <a:r>
              <a:rPr sz="3200" b="1" spc="-114" dirty="0">
                <a:solidFill>
                  <a:srgbClr val="7C7C7C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7C7C7C"/>
                </a:solidFill>
                <a:latin typeface="Calibri"/>
                <a:cs typeface="Calibri"/>
              </a:rPr>
              <a:t>and</a:t>
            </a:r>
            <a:r>
              <a:rPr sz="3200" b="1" spc="-95" dirty="0">
                <a:solidFill>
                  <a:srgbClr val="7C7C7C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7C7C7C"/>
                </a:solidFill>
                <a:latin typeface="Calibri"/>
                <a:cs typeface="Calibri"/>
              </a:rPr>
              <a:t>number</a:t>
            </a:r>
            <a:r>
              <a:rPr sz="3200" b="1" spc="-100" dirty="0">
                <a:solidFill>
                  <a:srgbClr val="7C7C7C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7C7C7C"/>
                </a:solidFill>
                <a:latin typeface="Calibri"/>
                <a:cs typeface="Calibri"/>
              </a:rPr>
              <a:t>of</a:t>
            </a:r>
            <a:r>
              <a:rPr sz="3200" b="1" spc="-50" dirty="0">
                <a:solidFill>
                  <a:srgbClr val="7C7C7C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7C7C7C"/>
                </a:solidFill>
                <a:latin typeface="Calibri"/>
                <a:cs typeface="Calibri"/>
              </a:rPr>
              <a:t>dimensions</a:t>
            </a:r>
            <a:r>
              <a:rPr sz="3200" b="1" spc="-110" dirty="0">
                <a:solidFill>
                  <a:srgbClr val="7C7C7C"/>
                </a:solidFill>
                <a:latin typeface="Calibri"/>
                <a:cs typeface="Calibri"/>
              </a:rPr>
              <a:t> </a:t>
            </a:r>
            <a:r>
              <a:rPr sz="3200" b="1" spc="-20" dirty="0">
                <a:solidFill>
                  <a:srgbClr val="7C7C7C"/>
                </a:solidFill>
                <a:latin typeface="Calibri"/>
                <a:cs typeface="Calibri"/>
              </a:rPr>
              <a:t>to</a:t>
            </a:r>
            <a:r>
              <a:rPr sz="3200" b="1" spc="-50" dirty="0">
                <a:solidFill>
                  <a:srgbClr val="7C7C7C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7C7C7C"/>
                </a:solidFill>
                <a:latin typeface="Calibri"/>
                <a:cs typeface="Calibri"/>
              </a:rPr>
              <a:t>follow</a:t>
            </a:r>
            <a:r>
              <a:rPr sz="3200" b="1" spc="-80" dirty="0">
                <a:solidFill>
                  <a:srgbClr val="7C7C7C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7C7C7C"/>
                </a:solidFill>
                <a:latin typeface="Calibri"/>
                <a:cs typeface="Calibri"/>
              </a:rPr>
              <a:t>the</a:t>
            </a:r>
            <a:r>
              <a:rPr sz="3200" b="1" spc="-60" dirty="0">
                <a:solidFill>
                  <a:srgbClr val="7C7C7C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7C7C7C"/>
                </a:solidFill>
                <a:latin typeface="Calibri"/>
                <a:cs typeface="Calibri"/>
              </a:rPr>
              <a:t>describe</a:t>
            </a:r>
            <a:r>
              <a:rPr sz="3200" b="1" spc="-110" dirty="0">
                <a:solidFill>
                  <a:srgbClr val="7C7C7C"/>
                </a:solidFill>
                <a:latin typeface="Calibri"/>
                <a:cs typeface="Calibri"/>
              </a:rPr>
              <a:t> </a:t>
            </a:r>
            <a:r>
              <a:rPr sz="3200" b="1" spc="-20" dirty="0">
                <a:solidFill>
                  <a:srgbClr val="7C7C7C"/>
                </a:solidFill>
                <a:latin typeface="Calibri"/>
                <a:cs typeface="Calibri"/>
              </a:rPr>
              <a:t>it</a:t>
            </a:r>
            <a:endParaRPr sz="32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3200" b="1" spc="-10" dirty="0">
                <a:solidFill>
                  <a:srgbClr val="7C7C7C"/>
                </a:solidFill>
                <a:latin typeface="Calibri"/>
                <a:cs typeface="Calibri"/>
              </a:rPr>
              <a:t>AND</a:t>
            </a:r>
            <a:r>
              <a:rPr sz="3200" b="1" spc="-114" dirty="0">
                <a:solidFill>
                  <a:srgbClr val="7C7C7C"/>
                </a:solidFill>
                <a:latin typeface="Calibri"/>
                <a:cs typeface="Calibri"/>
              </a:rPr>
              <a:t> </a:t>
            </a:r>
            <a:r>
              <a:rPr sz="3200" b="1" spc="-25" dirty="0">
                <a:solidFill>
                  <a:srgbClr val="7C7C7C"/>
                </a:solidFill>
                <a:latin typeface="Calibri"/>
                <a:cs typeface="Calibri"/>
              </a:rPr>
              <a:t>THEN</a:t>
            </a:r>
            <a:r>
              <a:rPr sz="3200" b="1" spc="-40" dirty="0">
                <a:solidFill>
                  <a:srgbClr val="7C7C7C"/>
                </a:solidFill>
                <a:latin typeface="Calibri"/>
                <a:cs typeface="Calibri"/>
              </a:rPr>
              <a:t> </a:t>
            </a:r>
            <a:r>
              <a:rPr sz="3200" b="1" spc="-20" dirty="0">
                <a:solidFill>
                  <a:srgbClr val="7C7C7C"/>
                </a:solidFill>
                <a:latin typeface="Calibri"/>
                <a:cs typeface="Calibri"/>
              </a:rPr>
              <a:t>DOING</a:t>
            </a:r>
            <a:r>
              <a:rPr sz="3200" b="1" spc="-114" dirty="0">
                <a:solidFill>
                  <a:srgbClr val="7C7C7C"/>
                </a:solidFill>
                <a:latin typeface="Calibri"/>
                <a:cs typeface="Calibri"/>
              </a:rPr>
              <a:t> </a:t>
            </a:r>
            <a:r>
              <a:rPr sz="3200" b="1" spc="-20" dirty="0">
                <a:solidFill>
                  <a:srgbClr val="7C7C7C"/>
                </a:solidFill>
                <a:latin typeface="Calibri"/>
                <a:cs typeface="Calibri"/>
              </a:rPr>
              <a:t>Some</a:t>
            </a:r>
            <a:r>
              <a:rPr sz="3200" b="1" spc="-65" dirty="0">
                <a:solidFill>
                  <a:srgbClr val="7C7C7C"/>
                </a:solidFill>
                <a:latin typeface="Calibri"/>
                <a:cs typeface="Calibri"/>
              </a:rPr>
              <a:t> </a:t>
            </a:r>
            <a:r>
              <a:rPr sz="3200" b="1" spc="-30" dirty="0">
                <a:solidFill>
                  <a:srgbClr val="7C7C7C"/>
                </a:solidFill>
                <a:latin typeface="Calibri"/>
                <a:cs typeface="Calibri"/>
              </a:rPr>
              <a:t>tasks</a:t>
            </a:r>
            <a:r>
              <a:rPr sz="3200" b="1" spc="-120" dirty="0">
                <a:solidFill>
                  <a:srgbClr val="7C7C7C"/>
                </a:solidFill>
                <a:latin typeface="Calibri"/>
                <a:cs typeface="Calibri"/>
              </a:rPr>
              <a:t> </a:t>
            </a:r>
            <a:r>
              <a:rPr sz="3200" b="1" spc="-20" dirty="0">
                <a:solidFill>
                  <a:srgbClr val="7C7C7C"/>
                </a:solidFill>
                <a:latin typeface="Calibri"/>
                <a:cs typeface="Calibri"/>
              </a:rPr>
              <a:t>at</a:t>
            </a:r>
            <a:r>
              <a:rPr sz="3200" b="1" spc="-85" dirty="0">
                <a:solidFill>
                  <a:srgbClr val="7C7C7C"/>
                </a:solidFill>
                <a:latin typeface="Calibri"/>
                <a:cs typeface="Calibri"/>
              </a:rPr>
              <a:t> </a:t>
            </a:r>
            <a:r>
              <a:rPr sz="3200" b="1" spc="-35" dirty="0">
                <a:solidFill>
                  <a:srgbClr val="7C7C7C"/>
                </a:solidFill>
                <a:latin typeface="Calibri"/>
                <a:cs typeface="Calibri"/>
              </a:rPr>
              <a:t>SSAS(CUBES)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I</a:t>
            </a:r>
            <a:r>
              <a:rPr spc="-60" dirty="0"/>
              <a:t> </a:t>
            </a:r>
            <a:r>
              <a:rPr dirty="0"/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08317" y="280542"/>
            <a:ext cx="40652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50" dirty="0"/>
              <a:t>Prep</a:t>
            </a:r>
            <a:r>
              <a:rPr sz="2800" spc="-130" dirty="0"/>
              <a:t>a</a:t>
            </a:r>
            <a:r>
              <a:rPr sz="2800" spc="-150" dirty="0"/>
              <a:t>r</a:t>
            </a:r>
            <a:r>
              <a:rPr sz="2800" spc="-5" dirty="0"/>
              <a:t>e</a:t>
            </a:r>
            <a:r>
              <a:rPr sz="2800" spc="-190" dirty="0"/>
              <a:t> </a:t>
            </a:r>
            <a:r>
              <a:rPr sz="2800" spc="-145" dirty="0"/>
              <a:t>D</a:t>
            </a:r>
            <a:r>
              <a:rPr sz="2800" spc="-125" dirty="0"/>
              <a:t>a</a:t>
            </a:r>
            <a:r>
              <a:rPr sz="2800" spc="-140" dirty="0"/>
              <a:t>t</a:t>
            </a:r>
            <a:r>
              <a:rPr sz="2800" spc="-5" dirty="0"/>
              <a:t>a</a:t>
            </a:r>
            <a:r>
              <a:rPr sz="2800" spc="-225" dirty="0"/>
              <a:t> </a:t>
            </a:r>
            <a:r>
              <a:rPr sz="2800" spc="-100" dirty="0"/>
              <a:t>S</a:t>
            </a:r>
            <a:r>
              <a:rPr sz="2800" spc="-114" dirty="0"/>
              <a:t>our</a:t>
            </a:r>
            <a:r>
              <a:rPr sz="2800" spc="-120" dirty="0"/>
              <a:t>c</a:t>
            </a:r>
            <a:r>
              <a:rPr sz="2800" spc="-110" dirty="0"/>
              <a:t>e</a:t>
            </a:r>
            <a:r>
              <a:rPr sz="2800" spc="-5" dirty="0"/>
              <a:t>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998931" y="1663954"/>
            <a:ext cx="30149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7C7C7C"/>
                </a:solidFill>
                <a:latin typeface="Arial"/>
                <a:cs typeface="Arial"/>
              </a:rPr>
              <a:t>1.</a:t>
            </a:r>
            <a:r>
              <a:rPr sz="2000" b="1" spc="-25" dirty="0">
                <a:solidFill>
                  <a:srgbClr val="7C7C7C"/>
                </a:solidFill>
                <a:latin typeface="Arial"/>
                <a:cs typeface="Arial"/>
              </a:rPr>
              <a:t> </a:t>
            </a:r>
            <a:r>
              <a:rPr sz="2000" b="1" spc="-35" dirty="0">
                <a:solidFill>
                  <a:srgbClr val="7C7C7C"/>
                </a:solidFill>
                <a:latin typeface="Arial"/>
                <a:cs typeface="Arial"/>
              </a:rPr>
              <a:t>Text</a:t>
            </a:r>
            <a:r>
              <a:rPr sz="2000" b="1" spc="-25" dirty="0">
                <a:solidFill>
                  <a:srgbClr val="7C7C7C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7C7C7C"/>
                </a:solidFill>
                <a:latin typeface="Arial"/>
                <a:cs typeface="Arial"/>
              </a:rPr>
              <a:t>File</a:t>
            </a:r>
            <a:r>
              <a:rPr sz="2000" b="1" spc="-25" dirty="0">
                <a:solidFill>
                  <a:srgbClr val="7C7C7C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7C7C7C"/>
                </a:solidFill>
                <a:latin typeface="Arial"/>
                <a:cs typeface="Arial"/>
              </a:rPr>
              <a:t>(products.txt)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794363" y="1995297"/>
            <a:ext cx="33775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7C7C7C"/>
                </a:solidFill>
                <a:latin typeface="Arial"/>
                <a:cs typeface="Arial"/>
              </a:rPr>
              <a:t>3.</a:t>
            </a:r>
            <a:r>
              <a:rPr sz="2000" b="1" spc="10" dirty="0">
                <a:solidFill>
                  <a:srgbClr val="7C7C7C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7C7C7C"/>
                </a:solidFill>
                <a:latin typeface="Arial"/>
                <a:cs typeface="Arial"/>
              </a:rPr>
              <a:t>XML</a:t>
            </a:r>
            <a:r>
              <a:rPr sz="2000" b="1" spc="15" dirty="0">
                <a:solidFill>
                  <a:srgbClr val="7C7C7C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7C7C7C"/>
                </a:solidFill>
                <a:latin typeface="Arial"/>
                <a:cs typeface="Arial"/>
              </a:rPr>
              <a:t>File</a:t>
            </a:r>
            <a:r>
              <a:rPr sz="2000" b="1" spc="25" dirty="0">
                <a:solidFill>
                  <a:srgbClr val="7C7C7C"/>
                </a:solidFill>
                <a:latin typeface="Arial"/>
                <a:cs typeface="Arial"/>
              </a:rPr>
              <a:t> </a:t>
            </a:r>
            <a:r>
              <a:rPr sz="2000" b="1" spc="-15" dirty="0">
                <a:solidFill>
                  <a:srgbClr val="7C7C7C"/>
                </a:solidFill>
                <a:latin typeface="Arial"/>
                <a:cs typeface="Arial"/>
              </a:rPr>
              <a:t>(customers.xml)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5987" y="4571491"/>
            <a:ext cx="3776979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7C7C7C"/>
                </a:solidFill>
                <a:latin typeface="Arial"/>
                <a:cs typeface="Arial"/>
              </a:rPr>
              <a:t>2.</a:t>
            </a:r>
            <a:r>
              <a:rPr sz="2000" b="1" spc="80" dirty="0">
                <a:solidFill>
                  <a:srgbClr val="7C7C7C"/>
                </a:solidFill>
                <a:latin typeface="Arial"/>
                <a:cs typeface="Arial"/>
              </a:rPr>
              <a:t> </a:t>
            </a:r>
            <a:r>
              <a:rPr sz="2000" b="1" spc="40" dirty="0">
                <a:solidFill>
                  <a:srgbClr val="7C7C7C"/>
                </a:solidFill>
                <a:latin typeface="Arial"/>
                <a:cs typeface="Arial"/>
              </a:rPr>
              <a:t>Database</a:t>
            </a:r>
            <a:r>
              <a:rPr sz="2000" b="1" spc="185" dirty="0">
                <a:solidFill>
                  <a:srgbClr val="7C7C7C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7C7C7C"/>
                </a:solidFill>
                <a:latin typeface="Arial"/>
                <a:cs typeface="Arial"/>
              </a:rPr>
              <a:t>Dump</a:t>
            </a:r>
            <a:r>
              <a:rPr sz="2000" b="1" spc="85" dirty="0">
                <a:solidFill>
                  <a:srgbClr val="7C7C7C"/>
                </a:solidFill>
                <a:latin typeface="Arial"/>
                <a:cs typeface="Arial"/>
              </a:rPr>
              <a:t> </a:t>
            </a:r>
            <a:r>
              <a:rPr sz="2000" b="1" spc="-15" dirty="0">
                <a:solidFill>
                  <a:srgbClr val="7C7C7C"/>
                </a:solidFill>
                <a:latin typeface="Arial"/>
                <a:cs typeface="Arial"/>
              </a:rPr>
              <a:t>(orders.sql)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5372100"/>
            <a:ext cx="6917055" cy="30480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72977" y="2466594"/>
            <a:ext cx="4334509" cy="581101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5800" y="2330704"/>
            <a:ext cx="3962908" cy="2162429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I</a:t>
            </a:r>
            <a:r>
              <a:rPr spc="-60" dirty="0"/>
              <a:t> </a:t>
            </a:r>
            <a:r>
              <a:rPr dirty="0"/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32217" y="419861"/>
            <a:ext cx="276352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0" dirty="0"/>
              <a:t>E</a:t>
            </a:r>
            <a:r>
              <a:rPr spc="-130" dirty="0"/>
              <a:t>T</a:t>
            </a:r>
            <a:r>
              <a:rPr dirty="0"/>
              <a:t>L</a:t>
            </a:r>
            <a:r>
              <a:rPr spc="-320" dirty="0"/>
              <a:t> </a:t>
            </a:r>
            <a:r>
              <a:rPr spc="-60" dirty="0"/>
              <a:t>P</a:t>
            </a:r>
            <a:r>
              <a:rPr spc="-80" dirty="0"/>
              <a:t>a</a:t>
            </a:r>
            <a:r>
              <a:rPr spc="-65" dirty="0"/>
              <a:t>ck</a:t>
            </a:r>
            <a:r>
              <a:rPr spc="-80" dirty="0"/>
              <a:t>a</a:t>
            </a:r>
            <a:r>
              <a:rPr spc="-60" dirty="0"/>
              <a:t>g</a:t>
            </a:r>
            <a:r>
              <a:rPr dirty="0"/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074641" y="9089237"/>
            <a:ext cx="243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I</a:t>
            </a:r>
            <a:r>
              <a:rPr sz="1800" b="1" spc="-8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08801" y="4609591"/>
            <a:ext cx="54222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340" algn="ctr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alibri"/>
                <a:cs typeface="Calibri"/>
              </a:rPr>
              <a:t>Thi</a:t>
            </a:r>
            <a:r>
              <a:rPr sz="1800" b="1" dirty="0">
                <a:latin typeface="Calibri"/>
                <a:cs typeface="Calibri"/>
              </a:rPr>
              <a:t>s</a:t>
            </a:r>
            <a:r>
              <a:rPr sz="1800" b="1" spc="-100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pho</a:t>
            </a:r>
            <a:r>
              <a:rPr sz="1800" b="1" spc="-40" dirty="0">
                <a:latin typeface="Calibri"/>
                <a:cs typeface="Calibri"/>
              </a:rPr>
              <a:t>t</a:t>
            </a:r>
            <a:r>
              <a:rPr sz="1800" b="1" dirty="0">
                <a:latin typeface="Calibri"/>
                <a:cs typeface="Calibri"/>
              </a:rPr>
              <a:t>o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b="1" spc="-10" dirty="0">
                <a:solidFill>
                  <a:srgbClr val="7C7C7C"/>
                </a:solidFill>
                <a:latin typeface="Calibri"/>
                <a:cs typeface="Calibri"/>
              </a:rPr>
              <a:t>c</a:t>
            </a:r>
            <a:r>
              <a:rPr sz="1800" b="1" dirty="0">
                <a:solidFill>
                  <a:srgbClr val="7C7C7C"/>
                </a:solidFill>
                <a:latin typeface="Calibri"/>
                <a:cs typeface="Calibri"/>
              </a:rPr>
              <a:t>on</a:t>
            </a:r>
            <a:r>
              <a:rPr sz="1800" b="1" spc="-20" dirty="0">
                <a:solidFill>
                  <a:srgbClr val="7C7C7C"/>
                </a:solidFill>
                <a:latin typeface="Calibri"/>
                <a:cs typeface="Calibri"/>
              </a:rPr>
              <a:t>t</a:t>
            </a:r>
            <a:r>
              <a:rPr sz="1800" b="1" dirty="0">
                <a:solidFill>
                  <a:srgbClr val="7C7C7C"/>
                </a:solidFill>
                <a:latin typeface="Calibri"/>
                <a:cs typeface="Calibri"/>
              </a:rPr>
              <a:t>ain</a:t>
            </a:r>
            <a:r>
              <a:rPr sz="1800" b="1" spc="-100" dirty="0">
                <a:solidFill>
                  <a:srgbClr val="7C7C7C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7C7C7C"/>
                </a:solidFill>
                <a:latin typeface="Calibri"/>
                <a:cs typeface="Calibri"/>
              </a:rPr>
              <a:t>fu</a:t>
            </a:r>
            <a:r>
              <a:rPr sz="1800" b="1" spc="-15" dirty="0">
                <a:solidFill>
                  <a:srgbClr val="7C7C7C"/>
                </a:solidFill>
                <a:latin typeface="Calibri"/>
                <a:cs typeface="Calibri"/>
              </a:rPr>
              <a:t>l</a:t>
            </a:r>
            <a:r>
              <a:rPr sz="1800" b="1" dirty="0">
                <a:solidFill>
                  <a:srgbClr val="7C7C7C"/>
                </a:solidFill>
                <a:latin typeface="Calibri"/>
                <a:cs typeface="Calibri"/>
              </a:rPr>
              <a:t>l</a:t>
            </a:r>
            <a:r>
              <a:rPr sz="1800" b="1" spc="-45" dirty="0">
                <a:solidFill>
                  <a:srgbClr val="7C7C7C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7C7C7C"/>
                </a:solidFill>
                <a:latin typeface="Calibri"/>
                <a:cs typeface="Calibri"/>
              </a:rPr>
              <a:t>p</a:t>
            </a:r>
            <a:r>
              <a:rPr sz="1800" b="1" spc="-15" dirty="0">
                <a:solidFill>
                  <a:srgbClr val="7C7C7C"/>
                </a:solidFill>
                <a:latin typeface="Calibri"/>
                <a:cs typeface="Calibri"/>
              </a:rPr>
              <a:t>a</a:t>
            </a:r>
            <a:r>
              <a:rPr sz="1800" b="1" spc="-65" dirty="0">
                <a:solidFill>
                  <a:srgbClr val="7C7C7C"/>
                </a:solidFill>
                <a:latin typeface="Calibri"/>
                <a:cs typeface="Calibri"/>
              </a:rPr>
              <a:t>r</a:t>
            </a:r>
            <a:r>
              <a:rPr sz="1800" b="1" spc="-15" dirty="0">
                <a:solidFill>
                  <a:srgbClr val="7C7C7C"/>
                </a:solidFill>
                <a:latin typeface="Calibri"/>
                <a:cs typeface="Calibri"/>
              </a:rPr>
              <a:t>a</a:t>
            </a:r>
            <a:r>
              <a:rPr sz="1800" b="1" spc="-25" dirty="0">
                <a:solidFill>
                  <a:srgbClr val="7C7C7C"/>
                </a:solidFill>
                <a:latin typeface="Calibri"/>
                <a:cs typeface="Calibri"/>
              </a:rPr>
              <a:t>m</a:t>
            </a:r>
            <a:r>
              <a:rPr sz="1800" b="1" spc="-30" dirty="0">
                <a:solidFill>
                  <a:srgbClr val="7C7C7C"/>
                </a:solidFill>
                <a:latin typeface="Calibri"/>
                <a:cs typeface="Calibri"/>
              </a:rPr>
              <a:t>e</a:t>
            </a:r>
            <a:r>
              <a:rPr sz="1800" b="1" spc="-40" dirty="0">
                <a:solidFill>
                  <a:srgbClr val="7C7C7C"/>
                </a:solidFill>
                <a:latin typeface="Calibri"/>
                <a:cs typeface="Calibri"/>
              </a:rPr>
              <a:t>t</a:t>
            </a:r>
            <a:r>
              <a:rPr sz="1800" b="1" spc="-20" dirty="0">
                <a:solidFill>
                  <a:srgbClr val="7C7C7C"/>
                </a:solidFill>
                <a:latin typeface="Calibri"/>
                <a:cs typeface="Calibri"/>
              </a:rPr>
              <a:t>e</a:t>
            </a:r>
            <a:r>
              <a:rPr sz="1800" b="1" dirty="0">
                <a:solidFill>
                  <a:srgbClr val="7C7C7C"/>
                </a:solidFill>
                <a:latin typeface="Calibri"/>
                <a:cs typeface="Calibri"/>
              </a:rPr>
              <a:t>r</a:t>
            </a:r>
            <a:r>
              <a:rPr sz="1800" b="1" spc="-135" dirty="0">
                <a:solidFill>
                  <a:srgbClr val="7C7C7C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7C7C7C"/>
                </a:solidFill>
                <a:latin typeface="Calibri"/>
                <a:cs typeface="Calibri"/>
              </a:rPr>
              <a:t>li</a:t>
            </a:r>
            <a:r>
              <a:rPr sz="1800" b="1" spc="-45" dirty="0">
                <a:solidFill>
                  <a:srgbClr val="7C7C7C"/>
                </a:solidFill>
                <a:latin typeface="Calibri"/>
                <a:cs typeface="Calibri"/>
              </a:rPr>
              <a:t>k</a:t>
            </a:r>
            <a:r>
              <a:rPr sz="1800" b="1" dirty="0">
                <a:solidFill>
                  <a:srgbClr val="7C7C7C"/>
                </a:solidFill>
                <a:latin typeface="Calibri"/>
                <a:cs typeface="Calibri"/>
              </a:rPr>
              <a:t>e</a:t>
            </a:r>
            <a:r>
              <a:rPr sz="1800" b="1" spc="-80" dirty="0">
                <a:solidFill>
                  <a:srgbClr val="7C7C7C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7C7C7C"/>
                </a:solidFill>
                <a:latin typeface="Calibri"/>
                <a:cs typeface="Calibri"/>
              </a:rPr>
              <a:t>c</a:t>
            </a:r>
            <a:r>
              <a:rPr sz="1800" b="1" dirty="0">
                <a:solidFill>
                  <a:srgbClr val="7C7C7C"/>
                </a:solidFill>
                <a:latin typeface="Calibri"/>
                <a:cs typeface="Calibri"/>
              </a:rPr>
              <a:t>on</a:t>
            </a:r>
            <a:r>
              <a:rPr sz="1800" b="1" spc="-20" dirty="0">
                <a:solidFill>
                  <a:srgbClr val="7C7C7C"/>
                </a:solidFill>
                <a:latin typeface="Calibri"/>
                <a:cs typeface="Calibri"/>
              </a:rPr>
              <a:t>t</a:t>
            </a:r>
            <a:r>
              <a:rPr sz="1800" b="1" spc="-30" dirty="0">
                <a:solidFill>
                  <a:srgbClr val="7C7C7C"/>
                </a:solidFill>
                <a:latin typeface="Calibri"/>
                <a:cs typeface="Calibri"/>
              </a:rPr>
              <a:t>r</a:t>
            </a:r>
            <a:r>
              <a:rPr sz="1800" b="1" spc="-10" dirty="0">
                <a:solidFill>
                  <a:srgbClr val="7C7C7C"/>
                </a:solidFill>
                <a:latin typeface="Calibri"/>
                <a:cs typeface="Calibri"/>
              </a:rPr>
              <a:t>o</a:t>
            </a:r>
            <a:r>
              <a:rPr sz="1800" b="1" dirty="0">
                <a:solidFill>
                  <a:srgbClr val="7C7C7C"/>
                </a:solidFill>
                <a:latin typeface="Calibri"/>
                <a:cs typeface="Calibri"/>
              </a:rPr>
              <a:t>l</a:t>
            </a:r>
            <a:r>
              <a:rPr sz="1800" b="1" spc="-80" dirty="0">
                <a:solidFill>
                  <a:srgbClr val="7C7C7C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7C7C7C"/>
                </a:solidFill>
                <a:latin typeface="Calibri"/>
                <a:cs typeface="Calibri"/>
              </a:rPr>
              <a:t>fl</a:t>
            </a:r>
            <a:r>
              <a:rPr sz="1800" b="1" spc="-15" dirty="0">
                <a:solidFill>
                  <a:srgbClr val="7C7C7C"/>
                </a:solidFill>
                <a:latin typeface="Calibri"/>
                <a:cs typeface="Calibri"/>
              </a:rPr>
              <a:t>o</a:t>
            </a:r>
            <a:r>
              <a:rPr sz="1800" b="1" dirty="0">
                <a:solidFill>
                  <a:srgbClr val="7C7C7C"/>
                </a:solidFill>
                <a:latin typeface="Calibri"/>
                <a:cs typeface="Calibri"/>
              </a:rPr>
              <a:t>w</a:t>
            </a:r>
            <a:r>
              <a:rPr sz="1800" b="1" spc="-80" dirty="0">
                <a:solidFill>
                  <a:srgbClr val="7C7C7C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7C7C7C"/>
                </a:solidFill>
                <a:latin typeface="Calibri"/>
                <a:cs typeface="Calibri"/>
              </a:rPr>
              <a:t>,</a:t>
            </a:r>
            <a:r>
              <a:rPr sz="1800" b="1" spc="-20" dirty="0">
                <a:solidFill>
                  <a:srgbClr val="7C7C7C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7C7C7C"/>
                </a:solidFill>
                <a:latin typeface="Calibri"/>
                <a:cs typeface="Calibri"/>
              </a:rPr>
              <a:t>d</a:t>
            </a:r>
            <a:r>
              <a:rPr sz="1800" b="1" spc="-15" dirty="0">
                <a:solidFill>
                  <a:srgbClr val="7C7C7C"/>
                </a:solidFill>
                <a:latin typeface="Calibri"/>
                <a:cs typeface="Calibri"/>
              </a:rPr>
              <a:t>at</a:t>
            </a:r>
            <a:r>
              <a:rPr sz="1800" b="1" dirty="0">
                <a:solidFill>
                  <a:srgbClr val="7C7C7C"/>
                </a:solidFill>
                <a:latin typeface="Calibri"/>
                <a:cs typeface="Calibri"/>
              </a:rPr>
              <a:t>a</a:t>
            </a:r>
            <a:r>
              <a:rPr sz="1800" b="1" spc="-60" dirty="0">
                <a:solidFill>
                  <a:srgbClr val="7C7C7C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7C7C7C"/>
                </a:solidFill>
                <a:latin typeface="Calibri"/>
                <a:cs typeface="Calibri"/>
              </a:rPr>
              <a:t>flo</a:t>
            </a:r>
            <a:r>
              <a:rPr sz="1800" b="1" dirty="0">
                <a:solidFill>
                  <a:srgbClr val="7C7C7C"/>
                </a:solidFill>
                <a:latin typeface="Calibri"/>
                <a:cs typeface="Calibri"/>
              </a:rPr>
              <a:t>w</a:t>
            </a:r>
            <a:r>
              <a:rPr sz="1800" b="1" spc="-55" dirty="0">
                <a:solidFill>
                  <a:srgbClr val="7C7C7C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7C7C7C"/>
                </a:solidFill>
                <a:latin typeface="Calibri"/>
                <a:cs typeface="Calibri"/>
              </a:rPr>
              <a:t>and</a:t>
            </a:r>
            <a:r>
              <a:rPr sz="1800" b="1" spc="-50" dirty="0">
                <a:solidFill>
                  <a:srgbClr val="7C7C7C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7C7C7C"/>
                </a:solidFill>
                <a:latin typeface="Calibri"/>
                <a:cs typeface="Calibri"/>
              </a:rPr>
              <a:t>e</a:t>
            </a:r>
            <a:r>
              <a:rPr sz="1800" b="1" spc="-40" dirty="0">
                <a:solidFill>
                  <a:srgbClr val="7C7C7C"/>
                </a:solidFill>
                <a:latin typeface="Calibri"/>
                <a:cs typeface="Calibri"/>
              </a:rPr>
              <a:t>t</a:t>
            </a:r>
            <a:r>
              <a:rPr sz="1800" b="1" dirty="0">
                <a:solidFill>
                  <a:srgbClr val="7C7C7C"/>
                </a:solidFill>
                <a:latin typeface="Calibri"/>
                <a:cs typeface="Calibri"/>
              </a:rPr>
              <a:t>c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25929" y="9014561"/>
            <a:ext cx="629221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640" algn="ctr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alibri"/>
                <a:cs typeface="Calibri"/>
              </a:rPr>
              <a:t>Thi</a:t>
            </a:r>
            <a:r>
              <a:rPr sz="1800" b="1" dirty="0">
                <a:latin typeface="Calibri"/>
                <a:cs typeface="Calibri"/>
              </a:rPr>
              <a:t>s</a:t>
            </a:r>
            <a:r>
              <a:rPr sz="1800" b="1" spc="-100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pho</a:t>
            </a:r>
            <a:r>
              <a:rPr sz="1800" b="1" spc="-40" dirty="0">
                <a:latin typeface="Calibri"/>
                <a:cs typeface="Calibri"/>
              </a:rPr>
              <a:t>t</a:t>
            </a:r>
            <a:r>
              <a:rPr sz="1800" b="1" dirty="0">
                <a:latin typeface="Calibri"/>
                <a:cs typeface="Calibri"/>
              </a:rPr>
              <a:t>o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b="1" spc="-15" dirty="0">
                <a:solidFill>
                  <a:srgbClr val="7C7C7C"/>
                </a:solidFill>
                <a:latin typeface="Calibri"/>
                <a:cs typeface="Calibri"/>
              </a:rPr>
              <a:t>c</a:t>
            </a:r>
            <a:r>
              <a:rPr sz="1800" b="1" dirty="0">
                <a:solidFill>
                  <a:srgbClr val="7C7C7C"/>
                </a:solidFill>
                <a:latin typeface="Calibri"/>
                <a:cs typeface="Calibri"/>
              </a:rPr>
              <a:t>o</a:t>
            </a:r>
            <a:r>
              <a:rPr sz="1800" b="1" spc="-10" dirty="0">
                <a:solidFill>
                  <a:srgbClr val="7C7C7C"/>
                </a:solidFill>
                <a:latin typeface="Calibri"/>
                <a:cs typeface="Calibri"/>
              </a:rPr>
              <a:t>n</a:t>
            </a:r>
            <a:r>
              <a:rPr sz="1800" b="1" spc="-15" dirty="0">
                <a:solidFill>
                  <a:srgbClr val="7C7C7C"/>
                </a:solidFill>
                <a:latin typeface="Calibri"/>
                <a:cs typeface="Calibri"/>
              </a:rPr>
              <a:t>t</a:t>
            </a:r>
            <a:r>
              <a:rPr sz="1800" b="1" dirty="0">
                <a:solidFill>
                  <a:srgbClr val="7C7C7C"/>
                </a:solidFill>
                <a:latin typeface="Calibri"/>
                <a:cs typeface="Calibri"/>
              </a:rPr>
              <a:t>ain</a:t>
            </a:r>
            <a:r>
              <a:rPr sz="1800" b="1" spc="-145" dirty="0">
                <a:solidFill>
                  <a:srgbClr val="7C7C7C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7C7C7C"/>
                </a:solidFill>
                <a:latin typeface="Calibri"/>
                <a:cs typeface="Calibri"/>
              </a:rPr>
              <a:t>d</a:t>
            </a:r>
            <a:r>
              <a:rPr sz="1800" b="1" spc="-15" dirty="0">
                <a:solidFill>
                  <a:srgbClr val="7C7C7C"/>
                </a:solidFill>
                <a:latin typeface="Calibri"/>
                <a:cs typeface="Calibri"/>
              </a:rPr>
              <a:t>at</a:t>
            </a:r>
            <a:r>
              <a:rPr sz="1800" b="1" dirty="0">
                <a:solidFill>
                  <a:srgbClr val="7C7C7C"/>
                </a:solidFill>
                <a:latin typeface="Calibri"/>
                <a:cs typeface="Calibri"/>
              </a:rPr>
              <a:t>a</a:t>
            </a:r>
            <a:r>
              <a:rPr sz="1800" b="1" spc="-50" dirty="0">
                <a:solidFill>
                  <a:srgbClr val="7C7C7C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7C7C7C"/>
                </a:solidFill>
                <a:latin typeface="Calibri"/>
                <a:cs typeface="Calibri"/>
              </a:rPr>
              <a:t>f</a:t>
            </a:r>
            <a:r>
              <a:rPr sz="1800" b="1" dirty="0">
                <a:solidFill>
                  <a:srgbClr val="7C7C7C"/>
                </a:solidFill>
                <a:latin typeface="Calibri"/>
                <a:cs typeface="Calibri"/>
              </a:rPr>
              <a:t>low</a:t>
            </a:r>
            <a:r>
              <a:rPr sz="1800" b="1" spc="-45" dirty="0">
                <a:solidFill>
                  <a:srgbClr val="7C7C7C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7C7C7C"/>
                </a:solidFill>
                <a:latin typeface="Calibri"/>
                <a:cs typeface="Calibri"/>
              </a:rPr>
              <a:t>one</a:t>
            </a:r>
            <a:r>
              <a:rPr sz="1800" b="1" spc="-80" dirty="0">
                <a:solidFill>
                  <a:srgbClr val="7C7C7C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7C7C7C"/>
                </a:solidFill>
                <a:latin typeface="Calibri"/>
                <a:cs typeface="Calibri"/>
              </a:rPr>
              <a:t>is</a:t>
            </a:r>
            <a:r>
              <a:rPr sz="1800" b="1" spc="-35" dirty="0">
                <a:solidFill>
                  <a:srgbClr val="7C7C7C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7C7C7C"/>
                </a:solidFill>
                <a:latin typeface="Calibri"/>
                <a:cs typeface="Calibri"/>
              </a:rPr>
              <a:t>Spe</a:t>
            </a:r>
            <a:r>
              <a:rPr sz="1800" b="1" spc="-5" dirty="0">
                <a:solidFill>
                  <a:srgbClr val="7C7C7C"/>
                </a:solidFill>
                <a:latin typeface="Calibri"/>
                <a:cs typeface="Calibri"/>
              </a:rPr>
              <a:t>c</a:t>
            </a:r>
            <a:r>
              <a:rPr sz="1800" b="1" spc="-10" dirty="0">
                <a:solidFill>
                  <a:srgbClr val="7C7C7C"/>
                </a:solidFill>
                <a:latin typeface="Calibri"/>
                <a:cs typeface="Calibri"/>
              </a:rPr>
              <a:t>i</a:t>
            </a:r>
            <a:r>
              <a:rPr sz="1800" b="1" dirty="0">
                <a:solidFill>
                  <a:srgbClr val="7C7C7C"/>
                </a:solidFill>
                <a:latin typeface="Calibri"/>
                <a:cs typeface="Calibri"/>
              </a:rPr>
              <a:t>a</a:t>
            </a:r>
            <a:r>
              <a:rPr sz="1800" b="1" spc="-25" dirty="0">
                <a:solidFill>
                  <a:srgbClr val="7C7C7C"/>
                </a:solidFill>
                <a:latin typeface="Calibri"/>
                <a:cs typeface="Calibri"/>
              </a:rPr>
              <a:t>li</a:t>
            </a:r>
            <a:r>
              <a:rPr sz="1800" b="1" spc="-45" dirty="0">
                <a:solidFill>
                  <a:srgbClr val="7C7C7C"/>
                </a:solidFill>
                <a:latin typeface="Calibri"/>
                <a:cs typeface="Calibri"/>
              </a:rPr>
              <a:t>z</a:t>
            </a:r>
            <a:r>
              <a:rPr sz="1800" b="1" spc="-10" dirty="0">
                <a:solidFill>
                  <a:srgbClr val="7C7C7C"/>
                </a:solidFill>
                <a:latin typeface="Calibri"/>
                <a:cs typeface="Calibri"/>
              </a:rPr>
              <a:t>e</a:t>
            </a:r>
            <a:r>
              <a:rPr sz="1800" b="1" dirty="0">
                <a:solidFill>
                  <a:srgbClr val="7C7C7C"/>
                </a:solidFill>
                <a:latin typeface="Calibri"/>
                <a:cs typeface="Calibri"/>
              </a:rPr>
              <a:t>d</a:t>
            </a:r>
            <a:r>
              <a:rPr sz="1800" b="1" spc="-140" dirty="0">
                <a:solidFill>
                  <a:srgbClr val="7C7C7C"/>
                </a:solidFill>
                <a:latin typeface="Calibri"/>
                <a:cs typeface="Calibri"/>
              </a:rPr>
              <a:t> </a:t>
            </a:r>
            <a:r>
              <a:rPr sz="1800" b="1" spc="-15" dirty="0">
                <a:solidFill>
                  <a:srgbClr val="7C7C7C"/>
                </a:solidFill>
                <a:latin typeface="Calibri"/>
                <a:cs typeface="Calibri"/>
              </a:rPr>
              <a:t>a</a:t>
            </a:r>
            <a:r>
              <a:rPr sz="1800" b="1" dirty="0">
                <a:solidFill>
                  <a:srgbClr val="7C7C7C"/>
                </a:solidFill>
                <a:latin typeface="Calibri"/>
                <a:cs typeface="Calibri"/>
              </a:rPr>
              <a:t>t i</a:t>
            </a:r>
            <a:r>
              <a:rPr sz="1800" b="1" spc="-5" dirty="0">
                <a:solidFill>
                  <a:srgbClr val="7C7C7C"/>
                </a:solidFill>
                <a:latin typeface="Calibri"/>
                <a:cs typeface="Calibri"/>
              </a:rPr>
              <a:t>m</a:t>
            </a:r>
            <a:r>
              <a:rPr sz="1800" b="1" dirty="0">
                <a:solidFill>
                  <a:srgbClr val="7C7C7C"/>
                </a:solidFill>
                <a:latin typeface="Calibri"/>
                <a:cs typeface="Calibri"/>
              </a:rPr>
              <a:t>ple</a:t>
            </a:r>
            <a:r>
              <a:rPr sz="1800" b="1" spc="-15" dirty="0">
                <a:solidFill>
                  <a:srgbClr val="7C7C7C"/>
                </a:solidFill>
                <a:latin typeface="Calibri"/>
                <a:cs typeface="Calibri"/>
              </a:rPr>
              <a:t>m</a:t>
            </a:r>
            <a:r>
              <a:rPr sz="1800" b="1" spc="-10" dirty="0">
                <a:solidFill>
                  <a:srgbClr val="7C7C7C"/>
                </a:solidFill>
                <a:latin typeface="Calibri"/>
                <a:cs typeface="Calibri"/>
              </a:rPr>
              <a:t>e</a:t>
            </a:r>
            <a:r>
              <a:rPr sz="1800" b="1" spc="-20" dirty="0">
                <a:solidFill>
                  <a:srgbClr val="7C7C7C"/>
                </a:solidFill>
                <a:latin typeface="Calibri"/>
                <a:cs typeface="Calibri"/>
              </a:rPr>
              <a:t>n</a:t>
            </a:r>
            <a:r>
              <a:rPr sz="1800" b="1" dirty="0">
                <a:solidFill>
                  <a:srgbClr val="7C7C7C"/>
                </a:solidFill>
                <a:latin typeface="Calibri"/>
                <a:cs typeface="Calibri"/>
              </a:rPr>
              <a:t>t</a:t>
            </a:r>
            <a:r>
              <a:rPr sz="1800" b="1" spc="-135" dirty="0">
                <a:solidFill>
                  <a:srgbClr val="7C7C7C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7C7C7C"/>
                </a:solidFill>
                <a:latin typeface="Calibri"/>
                <a:cs typeface="Calibri"/>
              </a:rPr>
              <a:t>dimens</a:t>
            </a:r>
            <a:r>
              <a:rPr sz="1800" b="1" spc="-15" dirty="0">
                <a:solidFill>
                  <a:srgbClr val="7C7C7C"/>
                </a:solidFill>
                <a:latin typeface="Calibri"/>
                <a:cs typeface="Calibri"/>
              </a:rPr>
              <a:t>i</a:t>
            </a:r>
            <a:r>
              <a:rPr sz="1800" b="1" spc="-25" dirty="0">
                <a:solidFill>
                  <a:srgbClr val="7C7C7C"/>
                </a:solidFill>
                <a:latin typeface="Calibri"/>
                <a:cs typeface="Calibri"/>
              </a:rPr>
              <a:t>o</a:t>
            </a:r>
            <a:r>
              <a:rPr sz="1800" b="1" spc="-20" dirty="0">
                <a:solidFill>
                  <a:srgbClr val="7C7C7C"/>
                </a:solidFill>
                <a:latin typeface="Calibri"/>
                <a:cs typeface="Calibri"/>
              </a:rPr>
              <a:t>n</a:t>
            </a:r>
            <a:r>
              <a:rPr sz="1800" b="1" dirty="0">
                <a:solidFill>
                  <a:srgbClr val="7C7C7C"/>
                </a:solidFill>
                <a:latin typeface="Calibri"/>
                <a:cs typeface="Calibri"/>
              </a:rPr>
              <a:t>s</a:t>
            </a:r>
            <a:r>
              <a:rPr sz="1800" b="1" spc="-130" dirty="0">
                <a:solidFill>
                  <a:srgbClr val="7C7C7C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7C7C7C"/>
                </a:solidFill>
                <a:latin typeface="Calibri"/>
                <a:cs typeface="Calibri"/>
              </a:rPr>
              <a:t>t</a:t>
            </a:r>
            <a:r>
              <a:rPr sz="1800" b="1" spc="-15" dirty="0">
                <a:solidFill>
                  <a:srgbClr val="7C7C7C"/>
                </a:solidFill>
                <a:latin typeface="Calibri"/>
                <a:cs typeface="Calibri"/>
              </a:rPr>
              <a:t>a</a:t>
            </a:r>
            <a:r>
              <a:rPr sz="1800" b="1" spc="-10" dirty="0">
                <a:solidFill>
                  <a:srgbClr val="7C7C7C"/>
                </a:solidFill>
                <a:latin typeface="Calibri"/>
                <a:cs typeface="Calibri"/>
              </a:rPr>
              <a:t>b</a:t>
            </a:r>
            <a:r>
              <a:rPr sz="1800" b="1" spc="-15" dirty="0">
                <a:solidFill>
                  <a:srgbClr val="7C7C7C"/>
                </a:solidFill>
                <a:latin typeface="Calibri"/>
                <a:cs typeface="Calibri"/>
              </a:rPr>
              <a:t>l</a:t>
            </a:r>
            <a:r>
              <a:rPr sz="1800" b="1" dirty="0">
                <a:solidFill>
                  <a:srgbClr val="7C7C7C"/>
                </a:solidFill>
                <a:latin typeface="Calibri"/>
                <a:cs typeface="Calibri"/>
              </a:rPr>
              <a:t>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79709" y="8950858"/>
            <a:ext cx="56032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4075" algn="ctr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alibri"/>
                <a:cs typeface="Calibri"/>
              </a:rPr>
              <a:t>Thi</a:t>
            </a:r>
            <a:r>
              <a:rPr sz="1800" b="1" dirty="0">
                <a:latin typeface="Calibri"/>
                <a:cs typeface="Calibri"/>
              </a:rPr>
              <a:t>s</a:t>
            </a:r>
            <a:r>
              <a:rPr sz="1800" b="1" spc="-100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pho</a:t>
            </a:r>
            <a:r>
              <a:rPr sz="1800" b="1" spc="-40" dirty="0">
                <a:latin typeface="Calibri"/>
                <a:cs typeface="Calibri"/>
              </a:rPr>
              <a:t>t</a:t>
            </a:r>
            <a:r>
              <a:rPr sz="1800" b="1" dirty="0">
                <a:latin typeface="Calibri"/>
                <a:cs typeface="Calibri"/>
              </a:rPr>
              <a:t>o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b="1" spc="-10" dirty="0">
                <a:solidFill>
                  <a:srgbClr val="7C7C7C"/>
                </a:solidFill>
                <a:latin typeface="Calibri"/>
                <a:cs typeface="Calibri"/>
              </a:rPr>
              <a:t>c</a:t>
            </a:r>
            <a:r>
              <a:rPr sz="1800" b="1" dirty="0">
                <a:solidFill>
                  <a:srgbClr val="7C7C7C"/>
                </a:solidFill>
                <a:latin typeface="Calibri"/>
                <a:cs typeface="Calibri"/>
              </a:rPr>
              <a:t>on</a:t>
            </a:r>
            <a:r>
              <a:rPr sz="1800" b="1" spc="-30" dirty="0">
                <a:solidFill>
                  <a:srgbClr val="7C7C7C"/>
                </a:solidFill>
                <a:latin typeface="Calibri"/>
                <a:cs typeface="Calibri"/>
              </a:rPr>
              <a:t>t</a:t>
            </a:r>
            <a:r>
              <a:rPr sz="1800" b="1" spc="-15" dirty="0">
                <a:solidFill>
                  <a:srgbClr val="7C7C7C"/>
                </a:solidFill>
                <a:latin typeface="Calibri"/>
                <a:cs typeface="Calibri"/>
              </a:rPr>
              <a:t>ai</a:t>
            </a:r>
            <a:r>
              <a:rPr sz="1800" b="1" dirty="0">
                <a:solidFill>
                  <a:srgbClr val="7C7C7C"/>
                </a:solidFill>
                <a:latin typeface="Calibri"/>
                <a:cs typeface="Calibri"/>
              </a:rPr>
              <a:t>n</a:t>
            </a:r>
            <a:r>
              <a:rPr sz="1800" b="1" spc="-140" dirty="0">
                <a:solidFill>
                  <a:srgbClr val="7C7C7C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7C7C7C"/>
                </a:solidFill>
                <a:latin typeface="Calibri"/>
                <a:cs typeface="Calibri"/>
              </a:rPr>
              <a:t>d</a:t>
            </a:r>
            <a:r>
              <a:rPr sz="1800" b="1" spc="-15" dirty="0">
                <a:solidFill>
                  <a:srgbClr val="7C7C7C"/>
                </a:solidFill>
                <a:latin typeface="Calibri"/>
                <a:cs typeface="Calibri"/>
              </a:rPr>
              <a:t>at</a:t>
            </a:r>
            <a:r>
              <a:rPr sz="1800" b="1" dirty="0">
                <a:solidFill>
                  <a:srgbClr val="7C7C7C"/>
                </a:solidFill>
                <a:latin typeface="Calibri"/>
                <a:cs typeface="Calibri"/>
              </a:rPr>
              <a:t>a</a:t>
            </a:r>
            <a:r>
              <a:rPr sz="1800" b="1" spc="-60" dirty="0">
                <a:solidFill>
                  <a:srgbClr val="7C7C7C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7C7C7C"/>
                </a:solidFill>
                <a:latin typeface="Calibri"/>
                <a:cs typeface="Calibri"/>
              </a:rPr>
              <a:t>flo</a:t>
            </a:r>
            <a:r>
              <a:rPr sz="1800" b="1" dirty="0">
                <a:solidFill>
                  <a:srgbClr val="7C7C7C"/>
                </a:solidFill>
                <a:latin typeface="Calibri"/>
                <a:cs typeface="Calibri"/>
              </a:rPr>
              <a:t>w</a:t>
            </a:r>
            <a:r>
              <a:rPr sz="1800" b="1" spc="-80" dirty="0">
                <a:solidFill>
                  <a:srgbClr val="7C7C7C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7C7C7C"/>
                </a:solidFill>
                <a:latin typeface="Calibri"/>
                <a:cs typeface="Calibri"/>
              </a:rPr>
              <a:t>t</a:t>
            </a:r>
            <a:r>
              <a:rPr sz="1800" b="1" spc="-10" dirty="0">
                <a:solidFill>
                  <a:srgbClr val="7C7C7C"/>
                </a:solidFill>
                <a:latin typeface="Calibri"/>
                <a:cs typeface="Calibri"/>
              </a:rPr>
              <a:t>w</a:t>
            </a:r>
            <a:r>
              <a:rPr sz="1800" b="1" dirty="0">
                <a:solidFill>
                  <a:srgbClr val="7C7C7C"/>
                </a:solidFill>
                <a:latin typeface="Calibri"/>
                <a:cs typeface="Calibri"/>
              </a:rPr>
              <a:t>o</a:t>
            </a:r>
            <a:r>
              <a:rPr sz="1800" b="1" spc="-45" dirty="0">
                <a:solidFill>
                  <a:srgbClr val="7C7C7C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7C7C7C"/>
                </a:solidFill>
                <a:latin typeface="Calibri"/>
                <a:cs typeface="Calibri"/>
              </a:rPr>
              <a:t>is</a:t>
            </a:r>
            <a:r>
              <a:rPr sz="1800" b="1" spc="-60" dirty="0">
                <a:solidFill>
                  <a:srgbClr val="7C7C7C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7C7C7C"/>
                </a:solidFill>
                <a:latin typeface="Calibri"/>
                <a:cs typeface="Calibri"/>
              </a:rPr>
              <a:t>S</a:t>
            </a:r>
            <a:r>
              <a:rPr sz="1800" b="1" spc="5" dirty="0">
                <a:solidFill>
                  <a:srgbClr val="7C7C7C"/>
                </a:solidFill>
                <a:latin typeface="Calibri"/>
                <a:cs typeface="Calibri"/>
              </a:rPr>
              <a:t>pe</a:t>
            </a:r>
            <a:r>
              <a:rPr sz="1800" b="1" spc="-10" dirty="0">
                <a:solidFill>
                  <a:srgbClr val="7C7C7C"/>
                </a:solidFill>
                <a:latin typeface="Calibri"/>
                <a:cs typeface="Calibri"/>
              </a:rPr>
              <a:t>c</a:t>
            </a:r>
            <a:r>
              <a:rPr sz="1800" b="1" spc="-15" dirty="0">
                <a:solidFill>
                  <a:srgbClr val="7C7C7C"/>
                </a:solidFill>
                <a:latin typeface="Calibri"/>
                <a:cs typeface="Calibri"/>
              </a:rPr>
              <a:t>i</a:t>
            </a:r>
            <a:r>
              <a:rPr sz="1800" b="1" dirty="0">
                <a:solidFill>
                  <a:srgbClr val="7C7C7C"/>
                </a:solidFill>
                <a:latin typeface="Calibri"/>
                <a:cs typeface="Calibri"/>
              </a:rPr>
              <a:t>a</a:t>
            </a:r>
            <a:r>
              <a:rPr sz="1800" b="1" spc="-15" dirty="0">
                <a:solidFill>
                  <a:srgbClr val="7C7C7C"/>
                </a:solidFill>
                <a:latin typeface="Calibri"/>
                <a:cs typeface="Calibri"/>
              </a:rPr>
              <a:t>li</a:t>
            </a:r>
            <a:r>
              <a:rPr sz="1800" b="1" spc="-45" dirty="0">
                <a:solidFill>
                  <a:srgbClr val="7C7C7C"/>
                </a:solidFill>
                <a:latin typeface="Calibri"/>
                <a:cs typeface="Calibri"/>
              </a:rPr>
              <a:t>z</a:t>
            </a:r>
            <a:r>
              <a:rPr sz="1800" b="1" spc="-20" dirty="0">
                <a:solidFill>
                  <a:srgbClr val="7C7C7C"/>
                </a:solidFill>
                <a:latin typeface="Calibri"/>
                <a:cs typeface="Calibri"/>
              </a:rPr>
              <a:t>e</a:t>
            </a:r>
            <a:r>
              <a:rPr sz="1800" b="1" dirty="0">
                <a:solidFill>
                  <a:srgbClr val="7C7C7C"/>
                </a:solidFill>
                <a:latin typeface="Calibri"/>
                <a:cs typeface="Calibri"/>
              </a:rPr>
              <a:t>d</a:t>
            </a:r>
            <a:r>
              <a:rPr sz="1800" b="1" spc="-100" dirty="0">
                <a:solidFill>
                  <a:srgbClr val="7C7C7C"/>
                </a:solidFill>
                <a:latin typeface="Calibri"/>
                <a:cs typeface="Calibri"/>
              </a:rPr>
              <a:t> </a:t>
            </a:r>
            <a:r>
              <a:rPr sz="1800" b="1" spc="-15" dirty="0">
                <a:solidFill>
                  <a:srgbClr val="7C7C7C"/>
                </a:solidFill>
                <a:latin typeface="Calibri"/>
                <a:cs typeface="Calibri"/>
              </a:rPr>
              <a:t>a</a:t>
            </a:r>
            <a:r>
              <a:rPr sz="1800" b="1" dirty="0">
                <a:solidFill>
                  <a:srgbClr val="7C7C7C"/>
                </a:solidFill>
                <a:latin typeface="Calibri"/>
                <a:cs typeface="Calibri"/>
              </a:rPr>
              <a:t>t</a:t>
            </a:r>
            <a:r>
              <a:rPr sz="1800" b="1" spc="-35" dirty="0">
                <a:solidFill>
                  <a:srgbClr val="7C7C7C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7C7C7C"/>
                </a:solidFill>
                <a:latin typeface="Calibri"/>
                <a:cs typeface="Calibri"/>
              </a:rPr>
              <a:t>i</a:t>
            </a:r>
            <a:r>
              <a:rPr sz="1800" b="1" spc="-15" dirty="0">
                <a:solidFill>
                  <a:srgbClr val="7C7C7C"/>
                </a:solidFill>
                <a:latin typeface="Calibri"/>
                <a:cs typeface="Calibri"/>
              </a:rPr>
              <a:t>m</a:t>
            </a:r>
            <a:r>
              <a:rPr sz="1800" b="1" spc="-10" dirty="0">
                <a:solidFill>
                  <a:srgbClr val="7C7C7C"/>
                </a:solidFill>
                <a:latin typeface="Calibri"/>
                <a:cs typeface="Calibri"/>
              </a:rPr>
              <a:t>p</a:t>
            </a:r>
            <a:r>
              <a:rPr sz="1800" b="1" spc="-15" dirty="0">
                <a:solidFill>
                  <a:srgbClr val="7C7C7C"/>
                </a:solidFill>
                <a:latin typeface="Calibri"/>
                <a:cs typeface="Calibri"/>
              </a:rPr>
              <a:t>l</a:t>
            </a:r>
            <a:r>
              <a:rPr sz="1800" b="1" spc="-10" dirty="0">
                <a:solidFill>
                  <a:srgbClr val="7C7C7C"/>
                </a:solidFill>
                <a:latin typeface="Calibri"/>
                <a:cs typeface="Calibri"/>
              </a:rPr>
              <a:t>e</a:t>
            </a:r>
            <a:r>
              <a:rPr sz="1800" b="1" spc="-15" dirty="0">
                <a:solidFill>
                  <a:srgbClr val="7C7C7C"/>
                </a:solidFill>
                <a:latin typeface="Calibri"/>
                <a:cs typeface="Calibri"/>
              </a:rPr>
              <a:t>m</a:t>
            </a:r>
            <a:r>
              <a:rPr sz="1800" b="1" spc="-10" dirty="0">
                <a:solidFill>
                  <a:srgbClr val="7C7C7C"/>
                </a:solidFill>
                <a:latin typeface="Calibri"/>
                <a:cs typeface="Calibri"/>
              </a:rPr>
              <a:t>e</a:t>
            </a:r>
            <a:r>
              <a:rPr sz="1800" b="1" spc="-30" dirty="0">
                <a:solidFill>
                  <a:srgbClr val="7C7C7C"/>
                </a:solidFill>
                <a:latin typeface="Calibri"/>
                <a:cs typeface="Calibri"/>
              </a:rPr>
              <a:t>n</a:t>
            </a:r>
            <a:r>
              <a:rPr sz="1800" b="1" dirty="0">
                <a:solidFill>
                  <a:srgbClr val="7C7C7C"/>
                </a:solidFill>
                <a:latin typeface="Calibri"/>
                <a:cs typeface="Calibri"/>
              </a:rPr>
              <a:t>t</a:t>
            </a:r>
            <a:r>
              <a:rPr sz="1800" b="1" spc="-120" dirty="0">
                <a:solidFill>
                  <a:srgbClr val="7C7C7C"/>
                </a:solidFill>
                <a:latin typeface="Calibri"/>
                <a:cs typeface="Calibri"/>
              </a:rPr>
              <a:t> </a:t>
            </a:r>
            <a:r>
              <a:rPr sz="1800" b="1" spc="-50" dirty="0">
                <a:solidFill>
                  <a:srgbClr val="7C7C7C"/>
                </a:solidFill>
                <a:latin typeface="Calibri"/>
                <a:cs typeface="Calibri"/>
              </a:rPr>
              <a:t>F</a:t>
            </a:r>
            <a:r>
              <a:rPr sz="1800" b="1" dirty="0">
                <a:solidFill>
                  <a:srgbClr val="7C7C7C"/>
                </a:solidFill>
                <a:latin typeface="Calibri"/>
                <a:cs typeface="Calibri"/>
              </a:rPr>
              <a:t>act</a:t>
            </a:r>
            <a:r>
              <a:rPr sz="1800" b="1" spc="-35" dirty="0">
                <a:solidFill>
                  <a:srgbClr val="7C7C7C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7C7C7C"/>
                </a:solidFill>
                <a:latin typeface="Calibri"/>
                <a:cs typeface="Calibri"/>
              </a:rPr>
              <a:t>t</a:t>
            </a:r>
            <a:r>
              <a:rPr sz="1800" b="1" spc="-15" dirty="0">
                <a:solidFill>
                  <a:srgbClr val="7C7C7C"/>
                </a:solidFill>
                <a:latin typeface="Calibri"/>
                <a:cs typeface="Calibri"/>
              </a:rPr>
              <a:t>a</a:t>
            </a:r>
            <a:r>
              <a:rPr sz="1800" b="1" spc="-10" dirty="0">
                <a:solidFill>
                  <a:srgbClr val="7C7C7C"/>
                </a:solidFill>
                <a:latin typeface="Calibri"/>
                <a:cs typeface="Calibri"/>
              </a:rPr>
              <a:t>b</a:t>
            </a:r>
            <a:r>
              <a:rPr sz="1800" b="1" spc="-15" dirty="0">
                <a:solidFill>
                  <a:srgbClr val="7C7C7C"/>
                </a:solidFill>
                <a:latin typeface="Calibri"/>
                <a:cs typeface="Calibri"/>
              </a:rPr>
              <a:t>l</a:t>
            </a:r>
            <a:r>
              <a:rPr sz="1800" b="1" dirty="0">
                <a:solidFill>
                  <a:srgbClr val="7C7C7C"/>
                </a:solidFill>
                <a:latin typeface="Calibri"/>
                <a:cs typeface="Calibri"/>
              </a:rPr>
              <a:t>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24422" y="1051305"/>
            <a:ext cx="6383655" cy="358749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1463" y="5397309"/>
            <a:ext cx="7158608" cy="36569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22053" y="5304282"/>
            <a:ext cx="6484112" cy="36746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32217" y="419861"/>
            <a:ext cx="297497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0" dirty="0"/>
              <a:t>SSR</a:t>
            </a:r>
            <a:r>
              <a:rPr dirty="0"/>
              <a:t>S</a:t>
            </a:r>
            <a:r>
              <a:rPr spc="-310" dirty="0"/>
              <a:t> </a:t>
            </a:r>
            <a:r>
              <a:rPr spc="-150" dirty="0"/>
              <a:t>(Cu</a:t>
            </a:r>
            <a:r>
              <a:rPr spc="-130" dirty="0"/>
              <a:t>b</a:t>
            </a:r>
            <a:r>
              <a:rPr spc="-150" dirty="0"/>
              <a:t>es</a:t>
            </a:r>
            <a:r>
              <a:rPr dirty="0"/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42259" y="4540377"/>
            <a:ext cx="19780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11809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alibri"/>
                <a:cs typeface="Calibri"/>
              </a:rPr>
              <a:t>This </a:t>
            </a:r>
            <a:r>
              <a:rPr sz="1800" b="1" spc="-20" dirty="0">
                <a:latin typeface="Calibri"/>
                <a:cs typeface="Calibri"/>
              </a:rPr>
              <a:t>photo 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7C7C7C"/>
                </a:solidFill>
                <a:latin typeface="Calibri"/>
                <a:cs typeface="Calibri"/>
              </a:rPr>
              <a:t>C</a:t>
            </a:r>
            <a:r>
              <a:rPr sz="1800" b="1" dirty="0">
                <a:solidFill>
                  <a:srgbClr val="7C7C7C"/>
                </a:solidFill>
                <a:latin typeface="Calibri"/>
                <a:cs typeface="Calibri"/>
              </a:rPr>
              <a:t>o</a:t>
            </a:r>
            <a:r>
              <a:rPr sz="1800" b="1" spc="-10" dirty="0">
                <a:solidFill>
                  <a:srgbClr val="7C7C7C"/>
                </a:solidFill>
                <a:latin typeface="Calibri"/>
                <a:cs typeface="Calibri"/>
              </a:rPr>
              <a:t>n</a:t>
            </a:r>
            <a:r>
              <a:rPr sz="1800" b="1" spc="-15" dirty="0">
                <a:solidFill>
                  <a:srgbClr val="7C7C7C"/>
                </a:solidFill>
                <a:latin typeface="Calibri"/>
                <a:cs typeface="Calibri"/>
              </a:rPr>
              <a:t>t</a:t>
            </a:r>
            <a:r>
              <a:rPr sz="1800" b="1" dirty="0">
                <a:solidFill>
                  <a:srgbClr val="7C7C7C"/>
                </a:solidFill>
                <a:latin typeface="Calibri"/>
                <a:cs typeface="Calibri"/>
              </a:rPr>
              <a:t>ain</a:t>
            </a:r>
            <a:r>
              <a:rPr sz="1800" b="1" spc="-90" dirty="0">
                <a:solidFill>
                  <a:srgbClr val="7C7C7C"/>
                </a:solidFill>
                <a:latin typeface="Calibri"/>
                <a:cs typeface="Calibri"/>
              </a:rPr>
              <a:t> </a:t>
            </a:r>
            <a:r>
              <a:rPr sz="1800" b="1" spc="-60" dirty="0">
                <a:solidFill>
                  <a:srgbClr val="7C7C7C"/>
                </a:solidFill>
                <a:latin typeface="Calibri"/>
                <a:cs typeface="Calibri"/>
              </a:rPr>
              <a:t>c</a:t>
            </a:r>
            <a:r>
              <a:rPr sz="1800" b="1" spc="-55" dirty="0">
                <a:solidFill>
                  <a:srgbClr val="7C7C7C"/>
                </a:solidFill>
                <a:latin typeface="Calibri"/>
                <a:cs typeface="Calibri"/>
              </a:rPr>
              <a:t>u</a:t>
            </a:r>
            <a:r>
              <a:rPr sz="1800" b="1" spc="-80" dirty="0">
                <a:solidFill>
                  <a:srgbClr val="7C7C7C"/>
                </a:solidFill>
                <a:latin typeface="Calibri"/>
                <a:cs typeface="Calibri"/>
              </a:rPr>
              <a:t>be</a:t>
            </a:r>
            <a:r>
              <a:rPr sz="1800" b="1" dirty="0">
                <a:solidFill>
                  <a:srgbClr val="7C7C7C"/>
                </a:solidFill>
                <a:latin typeface="Calibri"/>
                <a:cs typeface="Calibri"/>
              </a:rPr>
              <a:t>s</a:t>
            </a:r>
            <a:r>
              <a:rPr sz="1800" b="1" spc="-204" dirty="0">
                <a:solidFill>
                  <a:srgbClr val="7C7C7C"/>
                </a:solidFill>
                <a:latin typeface="Calibri"/>
                <a:cs typeface="Calibri"/>
              </a:rPr>
              <a:t> </a:t>
            </a:r>
            <a:r>
              <a:rPr sz="1800" b="1" spc="-60" dirty="0">
                <a:solidFill>
                  <a:srgbClr val="7C7C7C"/>
                </a:solidFill>
                <a:latin typeface="Calibri"/>
                <a:cs typeface="Calibri"/>
              </a:rPr>
              <a:t>I</a:t>
            </a:r>
            <a:r>
              <a:rPr sz="1800" b="1" dirty="0">
                <a:solidFill>
                  <a:srgbClr val="7C7C7C"/>
                </a:solidFill>
                <a:latin typeface="Calibri"/>
                <a:cs typeface="Calibri"/>
              </a:rPr>
              <a:t>n</a:t>
            </a:r>
            <a:r>
              <a:rPr sz="1800" b="1" spc="-150" dirty="0">
                <a:solidFill>
                  <a:srgbClr val="7C7C7C"/>
                </a:solidFill>
                <a:latin typeface="Calibri"/>
                <a:cs typeface="Calibri"/>
              </a:rPr>
              <a:t> </a:t>
            </a:r>
            <a:r>
              <a:rPr sz="1800" b="1" spc="-60" dirty="0">
                <a:solidFill>
                  <a:srgbClr val="7C7C7C"/>
                </a:solidFill>
                <a:latin typeface="Calibri"/>
                <a:cs typeface="Calibri"/>
              </a:rPr>
              <a:t>SS</a:t>
            </a:r>
            <a:r>
              <a:rPr sz="1800" b="1" spc="-80" dirty="0">
                <a:solidFill>
                  <a:srgbClr val="7C7C7C"/>
                </a:solidFill>
                <a:latin typeface="Calibri"/>
                <a:cs typeface="Calibri"/>
              </a:rPr>
              <a:t>R</a:t>
            </a:r>
            <a:r>
              <a:rPr sz="1800" b="1" dirty="0">
                <a:solidFill>
                  <a:srgbClr val="7C7C7C"/>
                </a:solidFill>
                <a:latin typeface="Calibri"/>
                <a:cs typeface="Calibri"/>
              </a:rPr>
              <a:t>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263119" y="1074801"/>
            <a:ext cx="2168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alibri"/>
                <a:cs typeface="Calibri"/>
              </a:rPr>
              <a:t>Thi</a:t>
            </a:r>
            <a:r>
              <a:rPr sz="1800" b="1" dirty="0">
                <a:latin typeface="Calibri"/>
                <a:cs typeface="Calibri"/>
              </a:rPr>
              <a:t>s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spc="-30" dirty="0">
                <a:latin typeface="Calibri"/>
                <a:cs typeface="Calibri"/>
              </a:rPr>
              <a:t>f</a:t>
            </a:r>
            <a:r>
              <a:rPr sz="1800" b="1" spc="-25" dirty="0">
                <a:latin typeface="Calibri"/>
                <a:cs typeface="Calibri"/>
              </a:rPr>
              <a:t>i</a:t>
            </a:r>
            <a:r>
              <a:rPr sz="1800" b="1" spc="-20" dirty="0">
                <a:latin typeface="Calibri"/>
                <a:cs typeface="Calibri"/>
              </a:rPr>
              <a:t>n</a:t>
            </a:r>
            <a:r>
              <a:rPr sz="1800" b="1" spc="-25" dirty="0">
                <a:latin typeface="Calibri"/>
                <a:cs typeface="Calibri"/>
              </a:rPr>
              <a:t>a</a:t>
            </a:r>
            <a:r>
              <a:rPr sz="1800" b="1" dirty="0">
                <a:latin typeface="Calibri"/>
                <a:cs typeface="Calibri"/>
              </a:rPr>
              <a:t>l</a:t>
            </a:r>
            <a:r>
              <a:rPr sz="1800" b="1" spc="-95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c</a:t>
            </a:r>
            <a:r>
              <a:rPr sz="1800" b="1" spc="-20" dirty="0">
                <a:latin typeface="Calibri"/>
                <a:cs typeface="Calibri"/>
              </a:rPr>
              <a:t>ube</a:t>
            </a:r>
            <a:r>
              <a:rPr sz="1800" b="1" dirty="0">
                <a:latin typeface="Calibri"/>
                <a:cs typeface="Calibri"/>
              </a:rPr>
              <a:t>s</a:t>
            </a:r>
            <a:r>
              <a:rPr sz="1800" b="1" spc="-120" dirty="0">
                <a:latin typeface="Calibri"/>
                <a:cs typeface="Calibri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I</a:t>
            </a:r>
            <a:r>
              <a:rPr sz="1800" b="1" dirty="0">
                <a:latin typeface="Calibri"/>
                <a:cs typeface="Calibri"/>
              </a:rPr>
              <a:t>n</a:t>
            </a:r>
            <a:r>
              <a:rPr sz="1800" b="1" spc="-80" dirty="0">
                <a:latin typeface="Calibri"/>
                <a:cs typeface="Calibri"/>
              </a:rPr>
              <a:t> </a:t>
            </a:r>
            <a:r>
              <a:rPr sz="1800" b="1" spc="-30" dirty="0">
                <a:latin typeface="Calibri"/>
                <a:cs typeface="Calibri"/>
              </a:rPr>
              <a:t>E</a:t>
            </a:r>
            <a:r>
              <a:rPr sz="1800" b="1" spc="-60" dirty="0">
                <a:latin typeface="Calibri"/>
                <a:cs typeface="Calibri"/>
              </a:rPr>
              <a:t>x</a:t>
            </a:r>
            <a:r>
              <a:rPr sz="1800" b="1" spc="-25" dirty="0">
                <a:latin typeface="Calibri"/>
                <a:cs typeface="Calibri"/>
              </a:rPr>
              <a:t>c</a:t>
            </a:r>
            <a:r>
              <a:rPr sz="1800" b="1" spc="-20" dirty="0">
                <a:latin typeface="Calibri"/>
                <a:cs typeface="Calibri"/>
              </a:rPr>
              <a:t>e</a:t>
            </a:r>
            <a:r>
              <a:rPr sz="1800" b="1" dirty="0">
                <a:latin typeface="Calibri"/>
                <a:cs typeface="Calibri"/>
              </a:rPr>
              <a:t>l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1234058"/>
            <a:ext cx="6383655" cy="321614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832607" y="8347709"/>
            <a:ext cx="26847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2456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alibri"/>
                <a:cs typeface="Calibri"/>
              </a:rPr>
              <a:t>Thi</a:t>
            </a:r>
            <a:r>
              <a:rPr sz="1800" b="1" dirty="0">
                <a:latin typeface="Calibri"/>
                <a:cs typeface="Calibri"/>
              </a:rPr>
              <a:t>s</a:t>
            </a:r>
            <a:r>
              <a:rPr sz="1800" b="1" spc="-100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pho</a:t>
            </a:r>
            <a:r>
              <a:rPr sz="1800" b="1" spc="-40" dirty="0">
                <a:latin typeface="Calibri"/>
                <a:cs typeface="Calibri"/>
              </a:rPr>
              <a:t>t</a:t>
            </a:r>
            <a:r>
              <a:rPr sz="1800" b="1" dirty="0">
                <a:latin typeface="Calibri"/>
                <a:cs typeface="Calibri"/>
              </a:rPr>
              <a:t>o </a:t>
            </a:r>
            <a:r>
              <a:rPr sz="1800" b="1" spc="-10" dirty="0">
                <a:solidFill>
                  <a:srgbClr val="7C7C7C"/>
                </a:solidFill>
                <a:latin typeface="Calibri"/>
                <a:cs typeface="Calibri"/>
              </a:rPr>
              <a:t>c</a:t>
            </a:r>
            <a:r>
              <a:rPr sz="1800" b="1" dirty="0">
                <a:solidFill>
                  <a:srgbClr val="7C7C7C"/>
                </a:solidFill>
                <a:latin typeface="Calibri"/>
                <a:cs typeface="Calibri"/>
              </a:rPr>
              <a:t>on</a:t>
            </a:r>
            <a:r>
              <a:rPr sz="1800" b="1" spc="-20" dirty="0">
                <a:solidFill>
                  <a:srgbClr val="7C7C7C"/>
                </a:solidFill>
                <a:latin typeface="Calibri"/>
                <a:cs typeface="Calibri"/>
              </a:rPr>
              <a:t>t</a:t>
            </a:r>
            <a:r>
              <a:rPr sz="1800" b="1" dirty="0">
                <a:solidFill>
                  <a:srgbClr val="7C7C7C"/>
                </a:solidFill>
                <a:latin typeface="Calibri"/>
                <a:cs typeface="Calibri"/>
              </a:rPr>
              <a:t>a</a:t>
            </a:r>
            <a:r>
              <a:rPr sz="1800" b="1" spc="-15" dirty="0">
                <a:solidFill>
                  <a:srgbClr val="7C7C7C"/>
                </a:solidFill>
                <a:latin typeface="Calibri"/>
                <a:cs typeface="Calibri"/>
              </a:rPr>
              <a:t>i</a:t>
            </a:r>
            <a:r>
              <a:rPr sz="1800" b="1" dirty="0">
                <a:solidFill>
                  <a:srgbClr val="7C7C7C"/>
                </a:solidFill>
                <a:latin typeface="Calibri"/>
                <a:cs typeface="Calibri"/>
              </a:rPr>
              <a:t>n </a:t>
            </a:r>
            <a:r>
              <a:rPr sz="1800" b="1" spc="-114" dirty="0">
                <a:solidFill>
                  <a:srgbClr val="7C7C7C"/>
                </a:solidFill>
                <a:latin typeface="Calibri"/>
                <a:cs typeface="Calibri"/>
              </a:rPr>
              <a:t> </a:t>
            </a:r>
            <a:r>
              <a:rPr sz="1800" b="1" spc="-60" dirty="0">
                <a:solidFill>
                  <a:srgbClr val="7C7C7C"/>
                </a:solidFill>
                <a:latin typeface="Calibri"/>
                <a:cs typeface="Calibri"/>
              </a:rPr>
              <a:t>so</a:t>
            </a:r>
            <a:r>
              <a:rPr sz="1800" b="1" spc="-65" dirty="0">
                <a:solidFill>
                  <a:srgbClr val="7C7C7C"/>
                </a:solidFill>
                <a:latin typeface="Calibri"/>
                <a:cs typeface="Calibri"/>
              </a:rPr>
              <a:t>m</a:t>
            </a:r>
            <a:r>
              <a:rPr sz="1800" b="1" dirty="0">
                <a:solidFill>
                  <a:srgbClr val="7C7C7C"/>
                </a:solidFill>
                <a:latin typeface="Calibri"/>
                <a:cs typeface="Calibri"/>
              </a:rPr>
              <a:t>e</a:t>
            </a:r>
            <a:r>
              <a:rPr sz="1800" b="1" spc="-165" dirty="0">
                <a:solidFill>
                  <a:srgbClr val="7C7C7C"/>
                </a:solidFill>
                <a:latin typeface="Calibri"/>
                <a:cs typeface="Calibri"/>
              </a:rPr>
              <a:t> </a:t>
            </a:r>
            <a:r>
              <a:rPr sz="1800" b="1" spc="-65" dirty="0">
                <a:solidFill>
                  <a:srgbClr val="7C7C7C"/>
                </a:solidFill>
                <a:latin typeface="Calibri"/>
                <a:cs typeface="Calibri"/>
              </a:rPr>
              <a:t>a</a:t>
            </a:r>
            <a:r>
              <a:rPr sz="1800" b="1" spc="-55" dirty="0">
                <a:solidFill>
                  <a:srgbClr val="7C7C7C"/>
                </a:solidFill>
                <a:latin typeface="Calibri"/>
                <a:cs typeface="Calibri"/>
              </a:rPr>
              <a:t>n</a:t>
            </a:r>
            <a:r>
              <a:rPr sz="1800" b="1" spc="-65" dirty="0">
                <a:solidFill>
                  <a:srgbClr val="7C7C7C"/>
                </a:solidFill>
                <a:latin typeface="Calibri"/>
                <a:cs typeface="Calibri"/>
              </a:rPr>
              <a:t>a</a:t>
            </a:r>
            <a:r>
              <a:rPr sz="1800" b="1" spc="-60" dirty="0">
                <a:solidFill>
                  <a:srgbClr val="7C7C7C"/>
                </a:solidFill>
                <a:latin typeface="Calibri"/>
                <a:cs typeface="Calibri"/>
              </a:rPr>
              <a:t>l</a:t>
            </a:r>
            <a:r>
              <a:rPr sz="1800" b="1" spc="-75" dirty="0">
                <a:solidFill>
                  <a:srgbClr val="7C7C7C"/>
                </a:solidFill>
                <a:latin typeface="Calibri"/>
                <a:cs typeface="Calibri"/>
              </a:rPr>
              <a:t>y</a:t>
            </a:r>
            <a:r>
              <a:rPr sz="1800" b="1" spc="-60" dirty="0">
                <a:solidFill>
                  <a:srgbClr val="7C7C7C"/>
                </a:solidFill>
                <a:latin typeface="Calibri"/>
                <a:cs typeface="Calibri"/>
              </a:rPr>
              <a:t>s</a:t>
            </a:r>
            <a:r>
              <a:rPr sz="1800" b="1" spc="-75" dirty="0">
                <a:solidFill>
                  <a:srgbClr val="7C7C7C"/>
                </a:solidFill>
                <a:latin typeface="Calibri"/>
                <a:cs typeface="Calibri"/>
              </a:rPr>
              <a:t>i</a:t>
            </a:r>
            <a:r>
              <a:rPr sz="1800" b="1" dirty="0">
                <a:solidFill>
                  <a:srgbClr val="7C7C7C"/>
                </a:solidFill>
                <a:latin typeface="Calibri"/>
                <a:cs typeface="Calibri"/>
              </a:rPr>
              <a:t>s</a:t>
            </a:r>
            <a:r>
              <a:rPr sz="1800" b="1" spc="-165" dirty="0">
                <a:solidFill>
                  <a:srgbClr val="7C7C7C"/>
                </a:solidFill>
                <a:latin typeface="Calibri"/>
                <a:cs typeface="Calibri"/>
              </a:rPr>
              <a:t> </a:t>
            </a:r>
            <a:r>
              <a:rPr sz="1800" b="1" spc="-60" dirty="0">
                <a:solidFill>
                  <a:srgbClr val="7C7C7C"/>
                </a:solidFill>
                <a:latin typeface="Calibri"/>
                <a:cs typeface="Calibri"/>
              </a:rPr>
              <a:t>i</a:t>
            </a:r>
            <a:r>
              <a:rPr sz="1800" b="1" dirty="0">
                <a:solidFill>
                  <a:srgbClr val="7C7C7C"/>
                </a:solidFill>
                <a:latin typeface="Calibri"/>
                <a:cs typeface="Calibri"/>
              </a:rPr>
              <a:t>n</a:t>
            </a:r>
            <a:r>
              <a:rPr sz="1800" b="1" spc="-150" dirty="0">
                <a:solidFill>
                  <a:srgbClr val="7C7C7C"/>
                </a:solidFill>
                <a:latin typeface="Calibri"/>
                <a:cs typeface="Calibri"/>
              </a:rPr>
              <a:t> </a:t>
            </a:r>
            <a:r>
              <a:rPr sz="1800" b="1" spc="-80" dirty="0">
                <a:solidFill>
                  <a:srgbClr val="7C7C7C"/>
                </a:solidFill>
                <a:latin typeface="Calibri"/>
                <a:cs typeface="Calibri"/>
              </a:rPr>
              <a:t>C</a:t>
            </a:r>
            <a:r>
              <a:rPr sz="1800" b="1" spc="-55" dirty="0">
                <a:solidFill>
                  <a:srgbClr val="7C7C7C"/>
                </a:solidFill>
                <a:latin typeface="Calibri"/>
                <a:cs typeface="Calibri"/>
              </a:rPr>
              <a:t>ub</a:t>
            </a:r>
            <a:r>
              <a:rPr sz="1800" b="1" dirty="0">
                <a:solidFill>
                  <a:srgbClr val="7C7C7C"/>
                </a:solidFill>
                <a:latin typeface="Calibri"/>
                <a:cs typeface="Calibri"/>
              </a:rPr>
              <a:t>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3400" y="6415278"/>
            <a:ext cx="8001000" cy="17265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61344" y="1526743"/>
            <a:ext cx="5029199" cy="8098408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I</a:t>
            </a:r>
            <a:r>
              <a:rPr spc="-60" dirty="0"/>
              <a:t> </a:t>
            </a:r>
            <a:r>
              <a:rPr dirty="0"/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18146" y="548385"/>
            <a:ext cx="422402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0" dirty="0"/>
              <a:t>F</a:t>
            </a:r>
            <a:r>
              <a:rPr spc="-150" dirty="0"/>
              <a:t>ina</a:t>
            </a:r>
            <a:r>
              <a:rPr dirty="0"/>
              <a:t>l</a:t>
            </a:r>
            <a:r>
              <a:rPr spc="-260" dirty="0"/>
              <a:t> </a:t>
            </a:r>
            <a:r>
              <a:rPr spc="-130" dirty="0"/>
              <a:t>t</a:t>
            </a:r>
            <a:r>
              <a:rPr spc="-150" dirty="0"/>
              <a:t>a</a:t>
            </a:r>
            <a:r>
              <a:rPr spc="-130" dirty="0"/>
              <a:t>b</a:t>
            </a:r>
            <a:r>
              <a:rPr spc="-150" dirty="0"/>
              <a:t>le</a:t>
            </a:r>
            <a:r>
              <a:rPr dirty="0"/>
              <a:t>s</a:t>
            </a:r>
            <a:r>
              <a:rPr spc="-275" dirty="0"/>
              <a:t> </a:t>
            </a:r>
            <a:r>
              <a:rPr spc="-125" dirty="0"/>
              <a:t>i</a:t>
            </a:r>
            <a:r>
              <a:rPr dirty="0"/>
              <a:t>n</a:t>
            </a:r>
            <a:r>
              <a:rPr spc="-245" dirty="0"/>
              <a:t> </a:t>
            </a:r>
            <a:r>
              <a:rPr spc="-20" dirty="0"/>
              <a:t>D</a:t>
            </a:r>
            <a:r>
              <a:rPr spc="-40" dirty="0"/>
              <a:t>W</a:t>
            </a:r>
            <a:r>
              <a:rPr dirty="0"/>
              <a:t>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310740" y="3136849"/>
            <a:ext cx="15074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latin typeface="Calibri"/>
                <a:cs typeface="Calibri"/>
              </a:rPr>
              <a:t>C</a:t>
            </a:r>
            <a:r>
              <a:rPr sz="1800" b="1" spc="-10" dirty="0">
                <a:latin typeface="Calibri"/>
                <a:cs typeface="Calibri"/>
              </a:rPr>
              <a:t>u</a:t>
            </a:r>
            <a:r>
              <a:rPr sz="1800" b="1" spc="-40" dirty="0">
                <a:latin typeface="Calibri"/>
                <a:cs typeface="Calibri"/>
              </a:rPr>
              <a:t>s</a:t>
            </a:r>
            <a:r>
              <a:rPr sz="1800" b="1" spc="-25" dirty="0">
                <a:latin typeface="Calibri"/>
                <a:cs typeface="Calibri"/>
              </a:rPr>
              <a:t>t</a:t>
            </a:r>
            <a:r>
              <a:rPr sz="1800" b="1" spc="-10" dirty="0">
                <a:latin typeface="Calibri"/>
                <a:cs typeface="Calibri"/>
              </a:rPr>
              <a:t>o</a:t>
            </a:r>
            <a:r>
              <a:rPr sz="1800" b="1" spc="-30" dirty="0">
                <a:latin typeface="Calibri"/>
                <a:cs typeface="Calibri"/>
              </a:rPr>
              <a:t>m</a:t>
            </a:r>
            <a:r>
              <a:rPr sz="1800" b="1" spc="-20" dirty="0">
                <a:latin typeface="Calibri"/>
                <a:cs typeface="Calibri"/>
              </a:rPr>
              <a:t>e</a:t>
            </a:r>
            <a:r>
              <a:rPr sz="1800" b="1" spc="-45" dirty="0">
                <a:latin typeface="Calibri"/>
                <a:cs typeface="Calibri"/>
              </a:rPr>
              <a:t>r</a:t>
            </a:r>
            <a:r>
              <a:rPr sz="1800" b="1" spc="-25" dirty="0">
                <a:latin typeface="Calibri"/>
                <a:cs typeface="Calibri"/>
              </a:rPr>
              <a:t>s</a:t>
            </a:r>
            <a:r>
              <a:rPr sz="1800" b="1" spc="-10" dirty="0">
                <a:latin typeface="Calibri"/>
                <a:cs typeface="Calibri"/>
              </a:rPr>
              <a:t>_</a:t>
            </a:r>
            <a:r>
              <a:rPr sz="1800" b="1" spc="-25" dirty="0">
                <a:latin typeface="Calibri"/>
                <a:cs typeface="Calibri"/>
              </a:rPr>
              <a:t>D</a:t>
            </a:r>
            <a:r>
              <a:rPr sz="1800" b="1" spc="-15" dirty="0">
                <a:latin typeface="Calibri"/>
                <a:cs typeface="Calibri"/>
              </a:rPr>
              <a:t>i</a:t>
            </a:r>
            <a:r>
              <a:rPr sz="1800" b="1" dirty="0">
                <a:latin typeface="Calibri"/>
                <a:cs typeface="Calibri"/>
              </a:rPr>
              <a:t>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71469" y="3136213"/>
            <a:ext cx="13442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P</a:t>
            </a:r>
            <a:r>
              <a:rPr sz="1800" b="1" spc="-45" dirty="0">
                <a:latin typeface="Calibri"/>
                <a:cs typeface="Calibri"/>
              </a:rPr>
              <a:t>r</a:t>
            </a:r>
            <a:r>
              <a:rPr sz="1800" b="1" spc="-10" dirty="0">
                <a:latin typeface="Calibri"/>
                <a:cs typeface="Calibri"/>
              </a:rPr>
              <a:t>o</a:t>
            </a:r>
            <a:r>
              <a:rPr sz="1800" b="1" spc="-5" dirty="0">
                <a:latin typeface="Calibri"/>
                <a:cs typeface="Calibri"/>
              </a:rPr>
              <a:t>du</a:t>
            </a:r>
            <a:r>
              <a:rPr sz="1800" b="1" spc="-25" dirty="0">
                <a:latin typeface="Calibri"/>
                <a:cs typeface="Calibri"/>
              </a:rPr>
              <a:t>c</a:t>
            </a:r>
            <a:r>
              <a:rPr sz="1800" b="1" spc="-15" dirty="0">
                <a:latin typeface="Calibri"/>
                <a:cs typeface="Calibri"/>
              </a:rPr>
              <a:t>t</a:t>
            </a:r>
            <a:r>
              <a:rPr sz="1800" b="1" spc="-25" dirty="0">
                <a:latin typeface="Calibri"/>
                <a:cs typeface="Calibri"/>
              </a:rPr>
              <a:t>s</a:t>
            </a:r>
            <a:r>
              <a:rPr sz="1800" b="1" spc="-10" dirty="0">
                <a:latin typeface="Calibri"/>
                <a:cs typeface="Calibri"/>
              </a:rPr>
              <a:t>_</a:t>
            </a:r>
            <a:r>
              <a:rPr sz="1800" b="1" spc="-20" dirty="0">
                <a:latin typeface="Calibri"/>
                <a:cs typeface="Calibri"/>
              </a:rPr>
              <a:t>D</a:t>
            </a:r>
            <a:r>
              <a:rPr sz="1800" b="1" spc="-15" dirty="0">
                <a:latin typeface="Calibri"/>
                <a:cs typeface="Calibri"/>
              </a:rPr>
              <a:t>i</a:t>
            </a:r>
            <a:r>
              <a:rPr sz="1800" b="1" dirty="0">
                <a:latin typeface="Calibri"/>
                <a:cs typeface="Calibri"/>
              </a:rPr>
              <a:t>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58581" y="7324420"/>
            <a:ext cx="9861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latin typeface="Calibri"/>
                <a:cs typeface="Calibri"/>
              </a:rPr>
              <a:t>Time_Dim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46185" y="4844922"/>
            <a:ext cx="101409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35" dirty="0">
                <a:latin typeface="Calibri"/>
                <a:cs typeface="Calibri"/>
              </a:rPr>
              <a:t>Fact_Table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21401" y="2023110"/>
            <a:ext cx="2700147" cy="121818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12992" y="5267071"/>
            <a:ext cx="6087364" cy="183857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52800" y="3523360"/>
            <a:ext cx="4877434" cy="142900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610979" y="3523488"/>
            <a:ext cx="6228969" cy="133476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610979" y="2079751"/>
            <a:ext cx="2788793" cy="127660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601080" y="7769923"/>
            <a:ext cx="7220966" cy="1314577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5663310" y="1665223"/>
            <a:ext cx="13950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OrderDetails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I</a:t>
            </a:r>
            <a:r>
              <a:rPr spc="-60" dirty="0"/>
              <a:t> </a:t>
            </a:r>
            <a:r>
              <a:rPr dirty="0"/>
              <a:t>5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1585575" y="1719833"/>
            <a:ext cx="7727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Ord</a:t>
            </a:r>
            <a:r>
              <a:rPr sz="1800" b="1" spc="-5" dirty="0">
                <a:latin typeface="Arial"/>
                <a:cs typeface="Arial"/>
              </a:rPr>
              <a:t>e</a:t>
            </a:r>
            <a:r>
              <a:rPr sz="1800" b="1" spc="-25" dirty="0">
                <a:latin typeface="Arial"/>
                <a:cs typeface="Arial"/>
              </a:rPr>
              <a:t>r</a:t>
            </a:r>
            <a:r>
              <a:rPr sz="1800" b="1" spc="-5" dirty="0"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58378" y="958671"/>
            <a:ext cx="15633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50" dirty="0"/>
              <a:t>C</a:t>
            </a:r>
            <a:r>
              <a:rPr sz="2800" spc="-165" dirty="0"/>
              <a:t>O</a:t>
            </a:r>
            <a:r>
              <a:rPr sz="2800" spc="-170" dirty="0"/>
              <a:t>D</a:t>
            </a:r>
            <a:r>
              <a:rPr sz="2800" spc="-165" dirty="0"/>
              <a:t>I</a:t>
            </a:r>
            <a:r>
              <a:rPr sz="2800" spc="-170" dirty="0"/>
              <a:t>N</a:t>
            </a:r>
            <a:r>
              <a:rPr sz="2800" spc="-5" dirty="0"/>
              <a:t>G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61003" y="2036064"/>
            <a:ext cx="11365992" cy="27432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122170" y="1655191"/>
            <a:ext cx="698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Fi</a:t>
            </a:r>
            <a:r>
              <a:rPr sz="1800" b="1" spc="-25" dirty="0">
                <a:latin typeface="Calibri"/>
                <a:cs typeface="Calibri"/>
              </a:rPr>
              <a:t>rs</a:t>
            </a:r>
            <a:r>
              <a:rPr sz="1800" b="1" dirty="0">
                <a:latin typeface="Calibri"/>
                <a:cs typeface="Calibri"/>
              </a:rPr>
              <a:t>t</a:t>
            </a:r>
            <a:r>
              <a:rPr sz="1800" b="1" spc="-85" dirty="0">
                <a:latin typeface="Calibri"/>
                <a:cs typeface="Calibri"/>
              </a:rPr>
              <a:t> </a:t>
            </a:r>
            <a:r>
              <a:rPr sz="1800" b="1" spc="-45" dirty="0">
                <a:latin typeface="Calibri"/>
                <a:cs typeface="Calibri"/>
              </a:rPr>
              <a:t>C#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42872" y="5245608"/>
            <a:ext cx="6010656" cy="157276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09631" y="5245608"/>
            <a:ext cx="6573011" cy="157276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I</a:t>
            </a:r>
            <a:r>
              <a:rPr spc="-60" dirty="0"/>
              <a:t> </a:t>
            </a:r>
            <a:r>
              <a:rPr dirty="0"/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58378" y="958671"/>
            <a:ext cx="15633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50" dirty="0"/>
              <a:t>C</a:t>
            </a:r>
            <a:r>
              <a:rPr sz="2800" spc="-165" dirty="0"/>
              <a:t>O</a:t>
            </a:r>
            <a:r>
              <a:rPr sz="2800" spc="-170" dirty="0"/>
              <a:t>D</a:t>
            </a:r>
            <a:r>
              <a:rPr sz="2800" spc="-165" dirty="0"/>
              <a:t>I</a:t>
            </a:r>
            <a:r>
              <a:rPr sz="2800" spc="-170" dirty="0"/>
              <a:t>N</a:t>
            </a:r>
            <a:r>
              <a:rPr sz="2800" spc="-5" dirty="0"/>
              <a:t>G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2122170" y="1655191"/>
            <a:ext cx="1106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S</a:t>
            </a:r>
            <a:r>
              <a:rPr sz="1800" b="1" spc="5" dirty="0">
                <a:latin typeface="Calibri"/>
                <a:cs typeface="Calibri"/>
              </a:rPr>
              <a:t>e</a:t>
            </a:r>
            <a:r>
              <a:rPr sz="1800" b="1" spc="-10" dirty="0">
                <a:latin typeface="Calibri"/>
                <a:cs typeface="Calibri"/>
              </a:rPr>
              <a:t>c</a:t>
            </a:r>
            <a:r>
              <a:rPr sz="1800" b="1" dirty="0">
                <a:latin typeface="Calibri"/>
                <a:cs typeface="Calibri"/>
              </a:rPr>
              <a:t>o</a:t>
            </a:r>
            <a:r>
              <a:rPr sz="1800" b="1" spc="5" dirty="0">
                <a:latin typeface="Calibri"/>
                <a:cs typeface="Calibri"/>
              </a:rPr>
              <a:t>n</a:t>
            </a:r>
            <a:r>
              <a:rPr sz="1800" b="1" dirty="0">
                <a:latin typeface="Calibri"/>
                <a:cs typeface="Calibri"/>
              </a:rPr>
              <a:t>d</a:t>
            </a:r>
            <a:r>
              <a:rPr sz="1800" b="1" spc="-90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SQL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34398" y="5086333"/>
            <a:ext cx="219100" cy="11431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00200" y="2922397"/>
            <a:ext cx="5100828" cy="444207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82403" y="2409698"/>
            <a:ext cx="4385564" cy="227660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210800" y="5600700"/>
            <a:ext cx="5334000" cy="304800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I</a:t>
            </a:r>
            <a:r>
              <a:rPr spc="-60" dirty="0"/>
              <a:t> </a:t>
            </a:r>
            <a:r>
              <a:rPr dirty="0"/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52843" y="549021"/>
            <a:ext cx="298577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Final</a:t>
            </a:r>
            <a:r>
              <a:rPr spc="445" dirty="0"/>
              <a:t> </a:t>
            </a:r>
            <a:r>
              <a:rPr spc="-50" dirty="0"/>
              <a:t>schema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21292" y="8732634"/>
            <a:ext cx="950912" cy="94270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28178" y="8708135"/>
            <a:ext cx="938453" cy="9966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04622" y="3581113"/>
            <a:ext cx="9135754" cy="317227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I</a:t>
            </a:r>
            <a:r>
              <a:rPr spc="-60" dirty="0"/>
              <a:t> </a:t>
            </a:r>
            <a:r>
              <a:rPr dirty="0"/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289</Words>
  <Application>Microsoft Office PowerPoint</Application>
  <PresentationFormat>Custom</PresentationFormat>
  <Paragraphs>54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Verdana</vt:lpstr>
      <vt:lpstr>Office Theme</vt:lpstr>
      <vt:lpstr>DWH PROJECT ETL (SSIS) Package &amp;&amp; SSAS</vt:lpstr>
      <vt:lpstr>TOPICS</vt:lpstr>
      <vt:lpstr>Introduction</vt:lpstr>
      <vt:lpstr>Prepare Data Sources</vt:lpstr>
      <vt:lpstr>ETL Package</vt:lpstr>
      <vt:lpstr>SSRS (Cubes)</vt:lpstr>
      <vt:lpstr>Final tables in DWH</vt:lpstr>
      <vt:lpstr>CODING</vt:lpstr>
      <vt:lpstr>CODING</vt:lpstr>
      <vt:lpstr>Final schema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Abdullah Ibrahim Mahmood</dc:creator>
  <cp:lastModifiedBy>Abdullah Ibrahim Mahmood</cp:lastModifiedBy>
  <cp:revision>1</cp:revision>
  <dcterms:created xsi:type="dcterms:W3CDTF">2024-08-09T23:38:46Z</dcterms:created>
  <dcterms:modified xsi:type="dcterms:W3CDTF">2024-08-09T23:39:26Z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2024-08-08T00:00:00Z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2024-08-09T00:00:00Z</vt:filetime>
  </property>
</Properties>
</file>